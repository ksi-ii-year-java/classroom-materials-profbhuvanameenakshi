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49"/>
  </p:notesMasterIdLst>
  <p:sldIdLst>
    <p:sldId id="267" r:id="rId6"/>
    <p:sldId id="2138" r:id="rId7"/>
    <p:sldId id="2203" r:id="rId8"/>
    <p:sldId id="2278" r:id="rId9"/>
    <p:sldId id="2279" r:id="rId10"/>
    <p:sldId id="2280" r:id="rId11"/>
    <p:sldId id="2281" r:id="rId12"/>
    <p:sldId id="261" r:id="rId13"/>
    <p:sldId id="2190" r:id="rId14"/>
    <p:sldId id="2282" r:id="rId15"/>
    <p:sldId id="2283" r:id="rId16"/>
    <p:sldId id="2284" r:id="rId17"/>
    <p:sldId id="2208" r:id="rId18"/>
    <p:sldId id="2285" r:id="rId19"/>
    <p:sldId id="2286" r:id="rId20"/>
    <p:sldId id="2287" r:id="rId21"/>
    <p:sldId id="2288" r:id="rId22"/>
    <p:sldId id="2289" r:id="rId23"/>
    <p:sldId id="2290" r:id="rId24"/>
    <p:sldId id="2291" r:id="rId25"/>
    <p:sldId id="2292" r:id="rId26"/>
    <p:sldId id="2293" r:id="rId27"/>
    <p:sldId id="2294" r:id="rId28"/>
    <p:sldId id="2295" r:id="rId29"/>
    <p:sldId id="2296" r:id="rId30"/>
    <p:sldId id="2297" r:id="rId31"/>
    <p:sldId id="2298" r:id="rId32"/>
    <p:sldId id="2299" r:id="rId33"/>
    <p:sldId id="2300" r:id="rId34"/>
    <p:sldId id="2301" r:id="rId35"/>
    <p:sldId id="2302" r:id="rId36"/>
    <p:sldId id="2303" r:id="rId37"/>
    <p:sldId id="2305" r:id="rId38"/>
    <p:sldId id="2306" r:id="rId39"/>
    <p:sldId id="2307" r:id="rId40"/>
    <p:sldId id="2308" r:id="rId41"/>
    <p:sldId id="2309" r:id="rId42"/>
    <p:sldId id="2310" r:id="rId43"/>
    <p:sldId id="2311" r:id="rId44"/>
    <p:sldId id="2312" r:id="rId45"/>
    <p:sldId id="2314" r:id="rId46"/>
    <p:sldId id="2313" r:id="rId47"/>
    <p:sldId id="2304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8E658F-71BF-4BFD-9B68-11A0A1656DBD}" v="41" dt="2026-01-24T04:25:16.4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3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uvana Meenakshi Koteeswaran" userId="fec373f544348829" providerId="LiveId" clId="{36C32F62-3DD6-40E5-AEE1-D452AEF9C736}"/>
    <pc:docChg chg="undo custSel addSld delSld modSld sldOrd">
      <pc:chgData name="Bhuvana Meenakshi Koteeswaran" userId="fec373f544348829" providerId="LiveId" clId="{36C32F62-3DD6-40E5-AEE1-D452AEF9C736}" dt="2026-01-24T04:25:22.368" v="928" actId="1076"/>
      <pc:docMkLst>
        <pc:docMk/>
      </pc:docMkLst>
      <pc:sldChg chg="addSp delSp modSp mod">
        <pc:chgData name="Bhuvana Meenakshi Koteeswaran" userId="fec373f544348829" providerId="LiveId" clId="{36C32F62-3DD6-40E5-AEE1-D452AEF9C736}" dt="2026-01-24T03:45:11.990" v="305" actId="478"/>
        <pc:sldMkLst>
          <pc:docMk/>
          <pc:sldMk cId="3559352960" sldId="261"/>
        </pc:sldMkLst>
        <pc:spChg chg="mod">
          <ac:chgData name="Bhuvana Meenakshi Koteeswaran" userId="fec373f544348829" providerId="LiveId" clId="{36C32F62-3DD6-40E5-AEE1-D452AEF9C736}" dt="2026-01-24T03:42:25.088" v="241" actId="1076"/>
          <ac:spMkLst>
            <pc:docMk/>
            <pc:sldMk cId="3559352960" sldId="261"/>
            <ac:spMk id="2" creationId="{17B6DB07-1E79-2D56-1531-C9F37430ABDE}"/>
          </ac:spMkLst>
        </pc:spChg>
        <pc:spChg chg="del">
          <ac:chgData name="Bhuvana Meenakshi Koteeswaran" userId="fec373f544348829" providerId="LiveId" clId="{36C32F62-3DD6-40E5-AEE1-D452AEF9C736}" dt="2026-01-24T03:42:01.679" v="220" actId="478"/>
          <ac:spMkLst>
            <pc:docMk/>
            <pc:sldMk cId="3559352960" sldId="261"/>
            <ac:spMk id="3" creationId="{DCA82A0C-BA85-F62E-856A-477A97A2C041}"/>
          </ac:spMkLst>
        </pc:spChg>
        <pc:spChg chg="del">
          <ac:chgData name="Bhuvana Meenakshi Koteeswaran" userId="fec373f544348829" providerId="LiveId" clId="{36C32F62-3DD6-40E5-AEE1-D452AEF9C736}" dt="2026-01-24T03:42:03.307" v="221" actId="478"/>
          <ac:spMkLst>
            <pc:docMk/>
            <pc:sldMk cId="3559352960" sldId="261"/>
            <ac:spMk id="4" creationId="{09F9B201-C30F-D0BB-8D50-DC1DFDAE435B}"/>
          </ac:spMkLst>
        </pc:spChg>
        <pc:spChg chg="del">
          <ac:chgData name="Bhuvana Meenakshi Koteeswaran" userId="fec373f544348829" providerId="LiveId" clId="{36C32F62-3DD6-40E5-AEE1-D452AEF9C736}" dt="2026-01-24T03:45:11.990" v="305" actId="478"/>
          <ac:spMkLst>
            <pc:docMk/>
            <pc:sldMk cId="3559352960" sldId="261"/>
            <ac:spMk id="5" creationId="{1AAF13E0-0095-A296-55D6-54C32B383225}"/>
          </ac:spMkLst>
        </pc:spChg>
        <pc:spChg chg="add mod">
          <ac:chgData name="Bhuvana Meenakshi Koteeswaran" userId="fec373f544348829" providerId="LiveId" clId="{36C32F62-3DD6-40E5-AEE1-D452AEF9C736}" dt="2026-01-24T03:43:14.130" v="249" actId="1076"/>
          <ac:spMkLst>
            <pc:docMk/>
            <pc:sldMk cId="3559352960" sldId="261"/>
            <ac:spMk id="7" creationId="{FF43EE2A-14BC-FC0E-92DC-75EBAE874573}"/>
          </ac:spMkLst>
        </pc:spChg>
        <pc:picChg chg="add mod">
          <ac:chgData name="Bhuvana Meenakshi Koteeswaran" userId="fec373f544348829" providerId="LiveId" clId="{36C32F62-3DD6-40E5-AEE1-D452AEF9C736}" dt="2026-01-24T03:42:35.422" v="244" actId="14100"/>
          <ac:picMkLst>
            <pc:docMk/>
            <pc:sldMk cId="3559352960" sldId="261"/>
            <ac:picMk id="6" creationId="{AD61A6D8-7AB5-5007-3353-17416DC7FBB3}"/>
          </ac:picMkLst>
        </pc:picChg>
      </pc:sldChg>
      <pc:sldChg chg="del">
        <pc:chgData name="Bhuvana Meenakshi Koteeswaran" userId="fec373f544348829" providerId="LiveId" clId="{36C32F62-3DD6-40E5-AEE1-D452AEF9C736}" dt="2026-01-24T03:41:54.716" v="218" actId="47"/>
        <pc:sldMkLst>
          <pc:docMk/>
          <pc:sldMk cId="0" sldId="264"/>
        </pc:sldMkLst>
      </pc:sldChg>
      <pc:sldChg chg="del">
        <pc:chgData name="Bhuvana Meenakshi Koteeswaran" userId="fec373f544348829" providerId="LiveId" clId="{36C32F62-3DD6-40E5-AEE1-D452AEF9C736}" dt="2026-01-24T03:53:11.415" v="440" actId="47"/>
        <pc:sldMkLst>
          <pc:docMk/>
          <pc:sldMk cId="3522358399" sldId="266"/>
        </pc:sldMkLst>
      </pc:sldChg>
      <pc:sldChg chg="addSp delSp modSp mod">
        <pc:chgData name="Bhuvana Meenakshi Koteeswaran" userId="fec373f544348829" providerId="LiveId" clId="{36C32F62-3DD6-40E5-AEE1-D452AEF9C736}" dt="2026-01-24T03:35:46.653" v="88" actId="478"/>
        <pc:sldMkLst>
          <pc:docMk/>
          <pc:sldMk cId="3711674548" sldId="267"/>
        </pc:sldMkLst>
        <pc:spChg chg="mod">
          <ac:chgData name="Bhuvana Meenakshi Koteeswaran" userId="fec373f544348829" providerId="LiveId" clId="{36C32F62-3DD6-40E5-AEE1-D452AEF9C736}" dt="2026-01-24T03:34:51.248" v="41" actId="6549"/>
          <ac:spMkLst>
            <pc:docMk/>
            <pc:sldMk cId="3711674548" sldId="267"/>
            <ac:spMk id="2" creationId="{AB9AC315-9199-39C7-A9DA-2FC6D65E74F8}"/>
          </ac:spMkLst>
        </pc:spChg>
        <pc:spChg chg="mod">
          <ac:chgData name="Bhuvana Meenakshi Koteeswaran" userId="fec373f544348829" providerId="LiveId" clId="{36C32F62-3DD6-40E5-AEE1-D452AEF9C736}" dt="2026-01-24T03:35:43.983" v="87" actId="20577"/>
          <ac:spMkLst>
            <pc:docMk/>
            <pc:sldMk cId="3711674548" sldId="267"/>
            <ac:spMk id="3" creationId="{49C38AC0-178B-616B-F8E7-160FF8A2973A}"/>
          </ac:spMkLst>
        </pc:spChg>
        <pc:graphicFrameChg chg="add mod">
          <ac:chgData name="Bhuvana Meenakshi Koteeswaran" userId="fec373f544348829" providerId="LiveId" clId="{36C32F62-3DD6-40E5-AEE1-D452AEF9C736}" dt="2026-01-24T03:35:23.076" v="43"/>
          <ac:graphicFrameMkLst>
            <pc:docMk/>
            <pc:sldMk cId="3711674548" sldId="267"/>
            <ac:graphicFrameMk id="7" creationId="{931AA5F0-32F7-0291-B233-59E652C3FFD6}"/>
          </ac:graphicFrameMkLst>
        </pc:graphicFrameChg>
        <pc:graphicFrameChg chg="add del mod">
          <ac:chgData name="Bhuvana Meenakshi Koteeswaran" userId="fec373f544348829" providerId="LiveId" clId="{36C32F62-3DD6-40E5-AEE1-D452AEF9C736}" dt="2026-01-24T03:35:46.653" v="88" actId="478"/>
          <ac:graphicFrameMkLst>
            <pc:docMk/>
            <pc:sldMk cId="3711674548" sldId="267"/>
            <ac:graphicFrameMk id="9" creationId="{54BA911C-EFB2-3026-7CE8-0A279414506C}"/>
          </ac:graphicFrameMkLst>
        </pc:graphicFrameChg>
      </pc:sldChg>
      <pc:sldChg chg="del">
        <pc:chgData name="Bhuvana Meenakshi Koteeswaran" userId="fec373f544348829" providerId="LiveId" clId="{36C32F62-3DD6-40E5-AEE1-D452AEF9C736}" dt="2026-01-24T03:44:18.133" v="275" actId="47"/>
        <pc:sldMkLst>
          <pc:docMk/>
          <pc:sldMk cId="0" sldId="268"/>
        </pc:sldMkLst>
      </pc:sldChg>
      <pc:sldChg chg="del">
        <pc:chgData name="Bhuvana Meenakshi Koteeswaran" userId="fec373f544348829" providerId="LiveId" clId="{36C32F62-3DD6-40E5-AEE1-D452AEF9C736}" dt="2026-01-24T03:36:02.142" v="89" actId="47"/>
        <pc:sldMkLst>
          <pc:docMk/>
          <pc:sldMk cId="1817396039" sldId="269"/>
        </pc:sldMkLst>
      </pc:sldChg>
      <pc:sldChg chg="del">
        <pc:chgData name="Bhuvana Meenakshi Koteeswaran" userId="fec373f544348829" providerId="LiveId" clId="{36C32F62-3DD6-40E5-AEE1-D452AEF9C736}" dt="2026-01-24T03:44:22.285" v="279" actId="47"/>
        <pc:sldMkLst>
          <pc:docMk/>
          <pc:sldMk cId="0" sldId="270"/>
        </pc:sldMkLst>
      </pc:sldChg>
      <pc:sldChg chg="del">
        <pc:chgData name="Bhuvana Meenakshi Koteeswaran" userId="fec373f544348829" providerId="LiveId" clId="{36C32F62-3DD6-40E5-AEE1-D452AEF9C736}" dt="2026-01-24T03:36:11.274" v="93" actId="47"/>
        <pc:sldMkLst>
          <pc:docMk/>
          <pc:sldMk cId="2074256552" sldId="278"/>
        </pc:sldMkLst>
      </pc:sldChg>
      <pc:sldChg chg="del">
        <pc:chgData name="Bhuvana Meenakshi Koteeswaran" userId="fec373f544348829" providerId="LiveId" clId="{36C32F62-3DD6-40E5-AEE1-D452AEF9C736}" dt="2026-01-24T03:44:23.109" v="280" actId="47"/>
        <pc:sldMkLst>
          <pc:docMk/>
          <pc:sldMk cId="1344726105" sldId="285"/>
        </pc:sldMkLst>
      </pc:sldChg>
      <pc:sldChg chg="del">
        <pc:chgData name="Bhuvana Meenakshi Koteeswaran" userId="fec373f544348829" providerId="LiveId" clId="{36C32F62-3DD6-40E5-AEE1-D452AEF9C736}" dt="2026-01-24T03:41:53.839" v="217" actId="47"/>
        <pc:sldMkLst>
          <pc:docMk/>
          <pc:sldMk cId="3024528418" sldId="288"/>
        </pc:sldMkLst>
      </pc:sldChg>
      <pc:sldChg chg="del">
        <pc:chgData name="Bhuvana Meenakshi Koteeswaran" userId="fec373f544348829" providerId="LiveId" clId="{36C32F62-3DD6-40E5-AEE1-D452AEF9C736}" dt="2026-01-24T03:44:23.692" v="281" actId="47"/>
        <pc:sldMkLst>
          <pc:docMk/>
          <pc:sldMk cId="690067408" sldId="294"/>
        </pc:sldMkLst>
      </pc:sldChg>
      <pc:sldChg chg="del">
        <pc:chgData name="Bhuvana Meenakshi Koteeswaran" userId="fec373f544348829" providerId="LiveId" clId="{36C32F62-3DD6-40E5-AEE1-D452AEF9C736}" dt="2026-01-24T03:44:24.529" v="282" actId="47"/>
        <pc:sldMkLst>
          <pc:docMk/>
          <pc:sldMk cId="1251655756" sldId="295"/>
        </pc:sldMkLst>
      </pc:sldChg>
      <pc:sldChg chg="del">
        <pc:chgData name="Bhuvana Meenakshi Koteeswaran" userId="fec373f544348829" providerId="LiveId" clId="{36C32F62-3DD6-40E5-AEE1-D452AEF9C736}" dt="2026-01-24T03:44:26.951" v="285" actId="47"/>
        <pc:sldMkLst>
          <pc:docMk/>
          <pc:sldMk cId="666742860" sldId="299"/>
        </pc:sldMkLst>
      </pc:sldChg>
      <pc:sldChg chg="del">
        <pc:chgData name="Bhuvana Meenakshi Koteeswaran" userId="fec373f544348829" providerId="LiveId" clId="{36C32F62-3DD6-40E5-AEE1-D452AEF9C736}" dt="2026-01-24T03:44:20.798" v="277" actId="47"/>
        <pc:sldMkLst>
          <pc:docMk/>
          <pc:sldMk cId="722961307" sldId="300"/>
        </pc:sldMkLst>
      </pc:sldChg>
      <pc:sldChg chg="del">
        <pc:chgData name="Bhuvana Meenakshi Koteeswaran" userId="fec373f544348829" providerId="LiveId" clId="{36C32F62-3DD6-40E5-AEE1-D452AEF9C736}" dt="2026-01-24T03:44:19.680" v="276" actId="47"/>
        <pc:sldMkLst>
          <pc:docMk/>
          <pc:sldMk cId="2679143151" sldId="301"/>
        </pc:sldMkLst>
      </pc:sldChg>
      <pc:sldChg chg="del">
        <pc:chgData name="Bhuvana Meenakshi Koteeswaran" userId="fec373f544348829" providerId="LiveId" clId="{36C32F62-3DD6-40E5-AEE1-D452AEF9C736}" dt="2026-01-24T03:53:02.971" v="417" actId="47"/>
        <pc:sldMkLst>
          <pc:docMk/>
          <pc:sldMk cId="1172931347" sldId="904"/>
        </pc:sldMkLst>
      </pc:sldChg>
      <pc:sldChg chg="del">
        <pc:chgData name="Bhuvana Meenakshi Koteeswaran" userId="fec373f544348829" providerId="LiveId" clId="{36C32F62-3DD6-40E5-AEE1-D452AEF9C736}" dt="2026-01-24T03:53:10.998" v="438" actId="47"/>
        <pc:sldMkLst>
          <pc:docMk/>
          <pc:sldMk cId="2958722033" sldId="2073"/>
        </pc:sldMkLst>
      </pc:sldChg>
      <pc:sldChg chg="del">
        <pc:chgData name="Bhuvana Meenakshi Koteeswaran" userId="fec373f544348829" providerId="LiveId" clId="{36C32F62-3DD6-40E5-AEE1-D452AEF9C736}" dt="2026-01-24T03:53:09.538" v="432" actId="47"/>
        <pc:sldMkLst>
          <pc:docMk/>
          <pc:sldMk cId="1978379813" sldId="2118"/>
        </pc:sldMkLst>
      </pc:sldChg>
      <pc:sldChg chg="delSp modSp mod ord">
        <pc:chgData name="Bhuvana Meenakshi Koteeswaran" userId="fec373f544348829" providerId="LiveId" clId="{36C32F62-3DD6-40E5-AEE1-D452AEF9C736}" dt="2026-01-24T03:44:50.350" v="299" actId="478"/>
        <pc:sldMkLst>
          <pc:docMk/>
          <pc:sldMk cId="2858617666" sldId="2138"/>
        </pc:sldMkLst>
        <pc:spChg chg="del">
          <ac:chgData name="Bhuvana Meenakshi Koteeswaran" userId="fec373f544348829" providerId="LiveId" clId="{36C32F62-3DD6-40E5-AEE1-D452AEF9C736}" dt="2026-01-24T03:36:20.130" v="98" actId="478"/>
          <ac:spMkLst>
            <pc:docMk/>
            <pc:sldMk cId="2858617666" sldId="2138"/>
            <ac:spMk id="3" creationId="{B1D7D683-267B-3A24-F8AE-B2C0A364F0C9}"/>
          </ac:spMkLst>
        </pc:spChg>
        <pc:spChg chg="del mod">
          <ac:chgData name="Bhuvana Meenakshi Koteeswaran" userId="fec373f544348829" providerId="LiveId" clId="{36C32F62-3DD6-40E5-AEE1-D452AEF9C736}" dt="2026-01-24T03:36:18.652" v="97" actId="478"/>
          <ac:spMkLst>
            <pc:docMk/>
            <pc:sldMk cId="2858617666" sldId="2138"/>
            <ac:spMk id="4" creationId="{6942E38F-D100-3115-DCDB-C02EB5948DDB}"/>
          </ac:spMkLst>
        </pc:spChg>
        <pc:spChg chg="mod">
          <ac:chgData name="Bhuvana Meenakshi Koteeswaran" userId="fec373f544348829" providerId="LiveId" clId="{36C32F62-3DD6-40E5-AEE1-D452AEF9C736}" dt="2026-01-24T03:36:34.985" v="119" actId="20577"/>
          <ac:spMkLst>
            <pc:docMk/>
            <pc:sldMk cId="2858617666" sldId="2138"/>
            <ac:spMk id="5" creationId="{602C0AC7-0EE7-1382-A210-30F8ED3C7634}"/>
          </ac:spMkLst>
        </pc:spChg>
        <pc:spChg chg="del">
          <ac:chgData name="Bhuvana Meenakshi Koteeswaran" userId="fec373f544348829" providerId="LiveId" clId="{36C32F62-3DD6-40E5-AEE1-D452AEF9C736}" dt="2026-01-24T03:36:22.147" v="99" actId="478"/>
          <ac:spMkLst>
            <pc:docMk/>
            <pc:sldMk cId="2858617666" sldId="2138"/>
            <ac:spMk id="6" creationId="{BE535BFB-4B79-6019-D27C-0AC0E95CA136}"/>
          </ac:spMkLst>
        </pc:spChg>
        <pc:spChg chg="del">
          <ac:chgData name="Bhuvana Meenakshi Koteeswaran" userId="fec373f544348829" providerId="LiveId" clId="{36C32F62-3DD6-40E5-AEE1-D452AEF9C736}" dt="2026-01-24T03:44:50.350" v="299" actId="478"/>
          <ac:spMkLst>
            <pc:docMk/>
            <pc:sldMk cId="2858617666" sldId="2138"/>
            <ac:spMk id="7" creationId="{17464AC9-7F6C-5896-2FAE-E9E56D8F2DA4}"/>
          </ac:spMkLst>
        </pc:spChg>
      </pc:sldChg>
      <pc:sldChg chg="del">
        <pc:chgData name="Bhuvana Meenakshi Koteeswaran" userId="fec373f544348829" providerId="LiveId" clId="{36C32F62-3DD6-40E5-AEE1-D452AEF9C736}" dt="2026-01-24T03:53:06.080" v="420" actId="47"/>
        <pc:sldMkLst>
          <pc:docMk/>
          <pc:sldMk cId="1512328270" sldId="2144"/>
        </pc:sldMkLst>
      </pc:sldChg>
      <pc:sldChg chg="del">
        <pc:chgData name="Bhuvana Meenakshi Koteeswaran" userId="fec373f544348829" providerId="LiveId" clId="{36C32F62-3DD6-40E5-AEE1-D452AEF9C736}" dt="2026-01-24T03:53:09.938" v="434" actId="47"/>
        <pc:sldMkLst>
          <pc:docMk/>
          <pc:sldMk cId="1423537049" sldId="2145"/>
        </pc:sldMkLst>
      </pc:sldChg>
      <pc:sldChg chg="del">
        <pc:chgData name="Bhuvana Meenakshi Koteeswaran" userId="fec373f544348829" providerId="LiveId" clId="{36C32F62-3DD6-40E5-AEE1-D452AEF9C736}" dt="2026-01-24T03:53:00.402" v="414" actId="47"/>
        <pc:sldMkLst>
          <pc:docMk/>
          <pc:sldMk cId="1652856402" sldId="2172"/>
        </pc:sldMkLst>
      </pc:sldChg>
      <pc:sldChg chg="addSp delSp modSp mod">
        <pc:chgData name="Bhuvana Meenakshi Koteeswaran" userId="fec373f544348829" providerId="LiveId" clId="{36C32F62-3DD6-40E5-AEE1-D452AEF9C736}" dt="2026-01-24T03:45:15.545" v="306" actId="478"/>
        <pc:sldMkLst>
          <pc:docMk/>
          <pc:sldMk cId="3703510032" sldId="2190"/>
        </pc:sldMkLst>
        <pc:spChg chg="del">
          <ac:chgData name="Bhuvana Meenakshi Koteeswaran" userId="fec373f544348829" providerId="LiveId" clId="{36C32F62-3DD6-40E5-AEE1-D452AEF9C736}" dt="2026-01-24T03:43:51.042" v="252" actId="478"/>
          <ac:spMkLst>
            <pc:docMk/>
            <pc:sldMk cId="3703510032" sldId="2190"/>
            <ac:spMk id="4" creationId="{CFE21F92-C812-414B-51C1-11CB760D10D5}"/>
          </ac:spMkLst>
        </pc:spChg>
        <pc:spChg chg="del">
          <ac:chgData name="Bhuvana Meenakshi Koteeswaran" userId="fec373f544348829" providerId="LiveId" clId="{36C32F62-3DD6-40E5-AEE1-D452AEF9C736}" dt="2026-01-24T03:43:52.119" v="253" actId="478"/>
          <ac:spMkLst>
            <pc:docMk/>
            <pc:sldMk cId="3703510032" sldId="2190"/>
            <ac:spMk id="5" creationId="{6923BE04-6DAD-F90A-5266-9F3DD9968F87}"/>
          </ac:spMkLst>
        </pc:spChg>
        <pc:spChg chg="del">
          <ac:chgData name="Bhuvana Meenakshi Koteeswaran" userId="fec373f544348829" providerId="LiveId" clId="{36C32F62-3DD6-40E5-AEE1-D452AEF9C736}" dt="2026-01-24T03:45:15.545" v="306" actId="478"/>
          <ac:spMkLst>
            <pc:docMk/>
            <pc:sldMk cId="3703510032" sldId="2190"/>
            <ac:spMk id="6" creationId="{FB41F774-9D8A-5C51-987B-98C9118E7ABC}"/>
          </ac:spMkLst>
        </pc:spChg>
        <pc:spChg chg="add mod">
          <ac:chgData name="Bhuvana Meenakshi Koteeswaran" userId="fec373f544348829" providerId="LiveId" clId="{36C32F62-3DD6-40E5-AEE1-D452AEF9C736}" dt="2026-01-24T03:44:12.194" v="274" actId="1076"/>
          <ac:spMkLst>
            <pc:docMk/>
            <pc:sldMk cId="3703510032" sldId="2190"/>
            <ac:spMk id="7" creationId="{14E41941-FD90-B09E-312B-EB28DCF1842B}"/>
          </ac:spMkLst>
        </pc:spChg>
        <pc:spChg chg="del">
          <ac:chgData name="Bhuvana Meenakshi Koteeswaran" userId="fec373f544348829" providerId="LiveId" clId="{36C32F62-3DD6-40E5-AEE1-D452AEF9C736}" dt="2026-01-24T03:43:49.647" v="251" actId="478"/>
          <ac:spMkLst>
            <pc:docMk/>
            <pc:sldMk cId="3703510032" sldId="2190"/>
            <ac:spMk id="9" creationId="{C335CC0C-F6D9-C7E6-A82A-F6298D55B673}"/>
          </ac:spMkLst>
        </pc:spChg>
        <pc:spChg chg="mod">
          <ac:chgData name="Bhuvana Meenakshi Koteeswaran" userId="fec373f544348829" providerId="LiveId" clId="{36C32F62-3DD6-40E5-AEE1-D452AEF9C736}" dt="2026-01-24T03:44:01.694" v="271" actId="20577"/>
          <ac:spMkLst>
            <pc:docMk/>
            <pc:sldMk cId="3703510032" sldId="2190"/>
            <ac:spMk id="10" creationId="{82EA6D75-9EC2-A697-DBE1-17D213F903BA}"/>
          </ac:spMkLst>
        </pc:spChg>
        <pc:graphicFrameChg chg="del">
          <ac:chgData name="Bhuvana Meenakshi Koteeswaran" userId="fec373f544348829" providerId="LiveId" clId="{36C32F62-3DD6-40E5-AEE1-D452AEF9C736}" dt="2026-01-24T03:43:47.832" v="250" actId="478"/>
          <ac:graphicFrameMkLst>
            <pc:docMk/>
            <pc:sldMk cId="3703510032" sldId="2190"/>
            <ac:graphicFrameMk id="8" creationId="{ABD458E1-8AD4-8B1D-4761-F7C9FD48AF6E}"/>
          </ac:graphicFrameMkLst>
        </pc:graphicFrameChg>
      </pc:sldChg>
      <pc:sldChg chg="del">
        <pc:chgData name="Bhuvana Meenakshi Koteeswaran" userId="fec373f544348829" providerId="LiveId" clId="{36C32F62-3DD6-40E5-AEE1-D452AEF9C736}" dt="2026-01-24T03:44:26.193" v="284" actId="47"/>
        <pc:sldMkLst>
          <pc:docMk/>
          <pc:sldMk cId="2798052390" sldId="2198"/>
        </pc:sldMkLst>
      </pc:sldChg>
      <pc:sldChg chg="del">
        <pc:chgData name="Bhuvana Meenakshi Koteeswaran" userId="fec373f544348829" providerId="LiveId" clId="{36C32F62-3DD6-40E5-AEE1-D452AEF9C736}" dt="2026-01-24T03:41:56.036" v="219" actId="47"/>
        <pc:sldMkLst>
          <pc:docMk/>
          <pc:sldMk cId="1515349606" sldId="2199"/>
        </pc:sldMkLst>
      </pc:sldChg>
      <pc:sldChg chg="del">
        <pc:chgData name="Bhuvana Meenakshi Koteeswaran" userId="fec373f544348829" providerId="LiveId" clId="{36C32F62-3DD6-40E5-AEE1-D452AEF9C736}" dt="2026-01-24T03:36:06.525" v="90" actId="47"/>
        <pc:sldMkLst>
          <pc:docMk/>
          <pc:sldMk cId="2327523947" sldId="2200"/>
        </pc:sldMkLst>
      </pc:sldChg>
      <pc:sldChg chg="del">
        <pc:chgData name="Bhuvana Meenakshi Koteeswaran" userId="fec373f544348829" providerId="LiveId" clId="{36C32F62-3DD6-40E5-AEE1-D452AEF9C736}" dt="2026-01-24T03:36:07.208" v="91" actId="47"/>
        <pc:sldMkLst>
          <pc:docMk/>
          <pc:sldMk cId="2679256912" sldId="2201"/>
        </pc:sldMkLst>
      </pc:sldChg>
      <pc:sldChg chg="del">
        <pc:chgData name="Bhuvana Meenakshi Koteeswaran" userId="fec373f544348829" providerId="LiveId" clId="{36C32F62-3DD6-40E5-AEE1-D452AEF9C736}" dt="2026-01-24T03:36:07.827" v="92" actId="47"/>
        <pc:sldMkLst>
          <pc:docMk/>
          <pc:sldMk cId="591291417" sldId="2202"/>
        </pc:sldMkLst>
      </pc:sldChg>
      <pc:sldChg chg="addSp delSp modSp mod">
        <pc:chgData name="Bhuvana Meenakshi Koteeswaran" userId="fec373f544348829" providerId="LiveId" clId="{36C32F62-3DD6-40E5-AEE1-D452AEF9C736}" dt="2026-01-24T03:44:53.378" v="300" actId="478"/>
        <pc:sldMkLst>
          <pc:docMk/>
          <pc:sldMk cId="776685166" sldId="2203"/>
        </pc:sldMkLst>
        <pc:spChg chg="mod">
          <ac:chgData name="Bhuvana Meenakshi Koteeswaran" userId="fec373f544348829" providerId="LiveId" clId="{36C32F62-3DD6-40E5-AEE1-D452AEF9C736}" dt="2026-01-24T03:37:53.907" v="145" actId="1076"/>
          <ac:spMkLst>
            <pc:docMk/>
            <pc:sldMk cId="776685166" sldId="2203"/>
            <ac:spMk id="2" creationId="{3789A2EE-0AC2-E772-3C7A-7C7A88E6E12B}"/>
          </ac:spMkLst>
        </pc:spChg>
        <pc:spChg chg="del">
          <ac:chgData name="Bhuvana Meenakshi Koteeswaran" userId="fec373f544348829" providerId="LiveId" clId="{36C32F62-3DD6-40E5-AEE1-D452AEF9C736}" dt="2026-01-24T03:36:55.038" v="123" actId="478"/>
          <ac:spMkLst>
            <pc:docMk/>
            <pc:sldMk cId="776685166" sldId="2203"/>
            <ac:spMk id="3" creationId="{130340F1-12A1-5537-FC3A-740B7772B801}"/>
          </ac:spMkLst>
        </pc:spChg>
        <pc:spChg chg="del">
          <ac:chgData name="Bhuvana Meenakshi Koteeswaran" userId="fec373f544348829" providerId="LiveId" clId="{36C32F62-3DD6-40E5-AEE1-D452AEF9C736}" dt="2026-01-24T03:36:56.860" v="124" actId="478"/>
          <ac:spMkLst>
            <pc:docMk/>
            <pc:sldMk cId="776685166" sldId="2203"/>
            <ac:spMk id="6" creationId="{F4C6DAB3-4D63-BB19-0583-7F8AB3A81667}"/>
          </ac:spMkLst>
        </pc:spChg>
        <pc:spChg chg="del">
          <ac:chgData name="Bhuvana Meenakshi Koteeswaran" userId="fec373f544348829" providerId="LiveId" clId="{36C32F62-3DD6-40E5-AEE1-D452AEF9C736}" dt="2026-01-24T03:44:53.378" v="300" actId="478"/>
          <ac:spMkLst>
            <pc:docMk/>
            <pc:sldMk cId="776685166" sldId="2203"/>
            <ac:spMk id="7" creationId="{B67A6D16-D280-F011-470F-00DA1F9B615B}"/>
          </ac:spMkLst>
        </pc:spChg>
        <pc:spChg chg="add mod">
          <ac:chgData name="Bhuvana Meenakshi Koteeswaran" userId="fec373f544348829" providerId="LiveId" clId="{36C32F62-3DD6-40E5-AEE1-D452AEF9C736}" dt="2026-01-24T03:38:24.287" v="154" actId="1076"/>
          <ac:spMkLst>
            <pc:docMk/>
            <pc:sldMk cId="776685166" sldId="2203"/>
            <ac:spMk id="8" creationId="{8B44AEFD-83AA-5D41-10CE-BD812D5DA916}"/>
          </ac:spMkLst>
        </pc:spChg>
        <pc:graphicFrameChg chg="del">
          <ac:chgData name="Bhuvana Meenakshi Koteeswaran" userId="fec373f544348829" providerId="LiveId" clId="{36C32F62-3DD6-40E5-AEE1-D452AEF9C736}" dt="2026-01-24T03:36:45.903" v="120" actId="478"/>
          <ac:graphicFrameMkLst>
            <pc:docMk/>
            <pc:sldMk cId="776685166" sldId="2203"/>
            <ac:graphicFrameMk id="5" creationId="{819DA85D-A2A5-D1A4-B945-D3FC6AF6E978}"/>
          </ac:graphicFrameMkLst>
        </pc:graphicFrameChg>
      </pc:sldChg>
      <pc:sldChg chg="delSp modSp mod">
        <pc:chgData name="Bhuvana Meenakshi Koteeswaran" userId="fec373f544348829" providerId="LiveId" clId="{36C32F62-3DD6-40E5-AEE1-D452AEF9C736}" dt="2026-01-24T03:44:44.277" v="298" actId="478"/>
        <pc:sldMkLst>
          <pc:docMk/>
          <pc:sldMk cId="1612351944" sldId="2208"/>
        </pc:sldMkLst>
        <pc:spChg chg="del">
          <ac:chgData name="Bhuvana Meenakshi Koteeswaran" userId="fec373f544348829" providerId="LiveId" clId="{36C32F62-3DD6-40E5-AEE1-D452AEF9C736}" dt="2026-01-24T03:44:41.103" v="296" actId="478"/>
          <ac:spMkLst>
            <pc:docMk/>
            <pc:sldMk cId="1612351944" sldId="2208"/>
            <ac:spMk id="3" creationId="{B1D7D683-267B-3A24-F8AE-B2C0A364F0C9}"/>
          </ac:spMkLst>
        </pc:spChg>
        <pc:spChg chg="del">
          <ac:chgData name="Bhuvana Meenakshi Koteeswaran" userId="fec373f544348829" providerId="LiveId" clId="{36C32F62-3DD6-40E5-AEE1-D452AEF9C736}" dt="2026-01-24T03:44:32.691" v="286" actId="478"/>
          <ac:spMkLst>
            <pc:docMk/>
            <pc:sldMk cId="1612351944" sldId="2208"/>
            <ac:spMk id="4" creationId="{6942E38F-D100-3115-DCDB-C02EB5948DDB}"/>
          </ac:spMkLst>
        </pc:spChg>
        <pc:spChg chg="mod">
          <ac:chgData name="Bhuvana Meenakshi Koteeswaran" userId="fec373f544348829" providerId="LiveId" clId="{36C32F62-3DD6-40E5-AEE1-D452AEF9C736}" dt="2026-01-24T03:44:36.992" v="295" actId="20577"/>
          <ac:spMkLst>
            <pc:docMk/>
            <pc:sldMk cId="1612351944" sldId="2208"/>
            <ac:spMk id="5" creationId="{602C0AC7-0EE7-1382-A210-30F8ED3C7634}"/>
          </ac:spMkLst>
        </pc:spChg>
        <pc:spChg chg="del">
          <ac:chgData name="Bhuvana Meenakshi Koteeswaran" userId="fec373f544348829" providerId="LiveId" clId="{36C32F62-3DD6-40E5-AEE1-D452AEF9C736}" dt="2026-01-24T03:44:42.995" v="297" actId="478"/>
          <ac:spMkLst>
            <pc:docMk/>
            <pc:sldMk cId="1612351944" sldId="2208"/>
            <ac:spMk id="6" creationId="{BE535BFB-4B79-6019-D27C-0AC0E95CA136}"/>
          </ac:spMkLst>
        </pc:spChg>
        <pc:spChg chg="del">
          <ac:chgData name="Bhuvana Meenakshi Koteeswaran" userId="fec373f544348829" providerId="LiveId" clId="{36C32F62-3DD6-40E5-AEE1-D452AEF9C736}" dt="2026-01-24T03:44:44.277" v="298" actId="478"/>
          <ac:spMkLst>
            <pc:docMk/>
            <pc:sldMk cId="1612351944" sldId="2208"/>
            <ac:spMk id="7" creationId="{17464AC9-7F6C-5896-2FAE-E9E56D8F2DA4}"/>
          </ac:spMkLst>
        </pc:spChg>
      </pc:sldChg>
      <pc:sldChg chg="delSp del mod">
        <pc:chgData name="Bhuvana Meenakshi Koteeswaran" userId="fec373f544348829" providerId="LiveId" clId="{36C32F62-3DD6-40E5-AEE1-D452AEF9C736}" dt="2026-01-24T03:52:15.473" v="375" actId="47"/>
        <pc:sldMkLst>
          <pc:docMk/>
          <pc:sldMk cId="1746541166" sldId="2209"/>
        </pc:sldMkLst>
        <pc:spChg chg="del">
          <ac:chgData name="Bhuvana Meenakshi Koteeswaran" userId="fec373f544348829" providerId="LiveId" clId="{36C32F62-3DD6-40E5-AEE1-D452AEF9C736}" dt="2026-01-24T03:45:21.227" v="307" actId="478"/>
          <ac:spMkLst>
            <pc:docMk/>
            <pc:sldMk cId="1746541166" sldId="2209"/>
            <ac:spMk id="10" creationId="{DDA19DF5-8ACE-F896-B3FB-0687DC67B080}"/>
          </ac:spMkLst>
        </pc:spChg>
      </pc:sldChg>
      <pc:sldChg chg="delSp modSp del mod">
        <pc:chgData name="Bhuvana Meenakshi Koteeswaran" userId="fec373f544348829" providerId="LiveId" clId="{36C32F62-3DD6-40E5-AEE1-D452AEF9C736}" dt="2026-01-24T03:53:11.600" v="441" actId="47"/>
        <pc:sldMkLst>
          <pc:docMk/>
          <pc:sldMk cId="3710784228" sldId="2215"/>
        </pc:sldMkLst>
        <pc:spChg chg="del">
          <ac:chgData name="Bhuvana Meenakshi Koteeswaran" userId="fec373f544348829" providerId="LiveId" clId="{36C32F62-3DD6-40E5-AEE1-D452AEF9C736}" dt="2026-01-24T03:52:42.354" v="404" actId="478"/>
          <ac:spMkLst>
            <pc:docMk/>
            <pc:sldMk cId="3710784228" sldId="2215"/>
            <ac:spMk id="3" creationId="{4E457AC8-FC41-1ADB-6461-A63AD53BB71F}"/>
          </ac:spMkLst>
        </pc:spChg>
        <pc:spChg chg="del mod">
          <ac:chgData name="Bhuvana Meenakshi Koteeswaran" userId="fec373f544348829" providerId="LiveId" clId="{36C32F62-3DD6-40E5-AEE1-D452AEF9C736}" dt="2026-01-24T03:52:48.795" v="408" actId="478"/>
          <ac:spMkLst>
            <pc:docMk/>
            <pc:sldMk cId="3710784228" sldId="2215"/>
            <ac:spMk id="4" creationId="{FC5413DA-D859-A8E6-34C8-25B9EA4131E3}"/>
          </ac:spMkLst>
        </pc:spChg>
        <pc:spChg chg="del">
          <ac:chgData name="Bhuvana Meenakshi Koteeswaran" userId="fec373f544348829" providerId="LiveId" clId="{36C32F62-3DD6-40E5-AEE1-D452AEF9C736}" dt="2026-01-24T03:52:46.374" v="406" actId="478"/>
          <ac:spMkLst>
            <pc:docMk/>
            <pc:sldMk cId="3710784228" sldId="2215"/>
            <ac:spMk id="8" creationId="{96B979CE-2839-4BFE-BA7A-2E46499EBFB0}"/>
          </ac:spMkLst>
        </pc:spChg>
        <pc:spChg chg="del">
          <ac:chgData name="Bhuvana Meenakshi Koteeswaran" userId="fec373f544348829" providerId="LiveId" clId="{36C32F62-3DD6-40E5-AEE1-D452AEF9C736}" dt="2026-01-24T03:52:43.448" v="405" actId="478"/>
          <ac:spMkLst>
            <pc:docMk/>
            <pc:sldMk cId="3710784228" sldId="2215"/>
            <ac:spMk id="10" creationId="{8B65EC75-06F3-56D9-75BE-8BEDD916410A}"/>
          </ac:spMkLst>
        </pc:spChg>
      </pc:sldChg>
      <pc:sldChg chg="del">
        <pc:chgData name="Bhuvana Meenakshi Koteeswaran" userId="fec373f544348829" providerId="LiveId" clId="{36C32F62-3DD6-40E5-AEE1-D452AEF9C736}" dt="2026-01-24T03:53:01.621" v="415" actId="47"/>
        <pc:sldMkLst>
          <pc:docMk/>
          <pc:sldMk cId="3407301719" sldId="2217"/>
        </pc:sldMkLst>
      </pc:sldChg>
      <pc:sldChg chg="del">
        <pc:chgData name="Bhuvana Meenakshi Koteeswaran" userId="fec373f544348829" providerId="LiveId" clId="{36C32F62-3DD6-40E5-AEE1-D452AEF9C736}" dt="2026-01-24T03:53:03.764" v="418" actId="47"/>
        <pc:sldMkLst>
          <pc:docMk/>
          <pc:sldMk cId="1589134617" sldId="2225"/>
        </pc:sldMkLst>
      </pc:sldChg>
      <pc:sldChg chg="delSp modSp del mod">
        <pc:chgData name="Bhuvana Meenakshi Koteeswaran" userId="fec373f544348829" providerId="LiveId" clId="{36C32F62-3DD6-40E5-AEE1-D452AEF9C736}" dt="2026-01-24T03:53:11.806" v="442" actId="47"/>
        <pc:sldMkLst>
          <pc:docMk/>
          <pc:sldMk cId="1759616868" sldId="2230"/>
        </pc:sldMkLst>
        <pc:spChg chg="mod">
          <ac:chgData name="Bhuvana Meenakshi Koteeswaran" userId="fec373f544348829" providerId="LiveId" clId="{36C32F62-3DD6-40E5-AEE1-D452AEF9C736}" dt="2026-01-24T03:52:25.691" v="400" actId="20577"/>
          <ac:spMkLst>
            <pc:docMk/>
            <pc:sldMk cId="1759616868" sldId="2230"/>
            <ac:spMk id="2" creationId="{BD0874A5-F80C-BADA-6475-4B30EBCCCB96}"/>
          </ac:spMkLst>
        </pc:spChg>
        <pc:spChg chg="del">
          <ac:chgData name="Bhuvana Meenakshi Koteeswaran" userId="fec373f544348829" providerId="LiveId" clId="{36C32F62-3DD6-40E5-AEE1-D452AEF9C736}" dt="2026-01-24T03:52:28.282" v="401" actId="478"/>
          <ac:spMkLst>
            <pc:docMk/>
            <pc:sldMk cId="1759616868" sldId="2230"/>
            <ac:spMk id="3" creationId="{25BE5AD6-B41D-F253-7CB3-4AE3C8212171}"/>
          </ac:spMkLst>
        </pc:spChg>
        <pc:spChg chg="del">
          <ac:chgData name="Bhuvana Meenakshi Koteeswaran" userId="fec373f544348829" providerId="LiveId" clId="{36C32F62-3DD6-40E5-AEE1-D452AEF9C736}" dt="2026-01-24T03:52:29.156" v="402" actId="478"/>
          <ac:spMkLst>
            <pc:docMk/>
            <pc:sldMk cId="1759616868" sldId="2230"/>
            <ac:spMk id="4" creationId="{5AC25954-949B-AA9E-C8B2-D8FBFDE867BF}"/>
          </ac:spMkLst>
        </pc:spChg>
        <pc:spChg chg="del">
          <ac:chgData name="Bhuvana Meenakshi Koteeswaran" userId="fec373f544348829" providerId="LiveId" clId="{36C32F62-3DD6-40E5-AEE1-D452AEF9C736}" dt="2026-01-24T03:52:30.294" v="403" actId="478"/>
          <ac:spMkLst>
            <pc:docMk/>
            <pc:sldMk cId="1759616868" sldId="2230"/>
            <ac:spMk id="5" creationId="{3452D7C3-BF55-98F9-6D94-72954B2549A9}"/>
          </ac:spMkLst>
        </pc:spChg>
      </pc:sldChg>
      <pc:sldChg chg="del">
        <pc:chgData name="Bhuvana Meenakshi Koteeswaran" userId="fec373f544348829" providerId="LiveId" clId="{36C32F62-3DD6-40E5-AEE1-D452AEF9C736}" dt="2026-01-24T03:53:02.262" v="416" actId="47"/>
        <pc:sldMkLst>
          <pc:docMk/>
          <pc:sldMk cId="977727734" sldId="2232"/>
        </pc:sldMkLst>
      </pc:sldChg>
      <pc:sldChg chg="del">
        <pc:chgData name="Bhuvana Meenakshi Koteeswaran" userId="fec373f544348829" providerId="LiveId" clId="{36C32F62-3DD6-40E5-AEE1-D452AEF9C736}" dt="2026-01-24T03:52:53.734" v="409" actId="47"/>
        <pc:sldMkLst>
          <pc:docMk/>
          <pc:sldMk cId="3665120503" sldId="2235"/>
        </pc:sldMkLst>
      </pc:sldChg>
      <pc:sldChg chg="del">
        <pc:chgData name="Bhuvana Meenakshi Koteeswaran" userId="fec373f544348829" providerId="LiveId" clId="{36C32F62-3DD6-40E5-AEE1-D452AEF9C736}" dt="2026-01-24T03:52:56.102" v="410" actId="47"/>
        <pc:sldMkLst>
          <pc:docMk/>
          <pc:sldMk cId="3246697111" sldId="2246"/>
        </pc:sldMkLst>
      </pc:sldChg>
      <pc:sldChg chg="del">
        <pc:chgData name="Bhuvana Meenakshi Koteeswaran" userId="fec373f544348829" providerId="LiveId" clId="{36C32F62-3DD6-40E5-AEE1-D452AEF9C736}" dt="2026-01-24T03:44:21.590" v="278" actId="47"/>
        <pc:sldMkLst>
          <pc:docMk/>
          <pc:sldMk cId="1971778470" sldId="2247"/>
        </pc:sldMkLst>
      </pc:sldChg>
      <pc:sldChg chg="del">
        <pc:chgData name="Bhuvana Meenakshi Koteeswaran" userId="fec373f544348829" providerId="LiveId" clId="{36C32F62-3DD6-40E5-AEE1-D452AEF9C736}" dt="2026-01-24T03:53:09.363" v="431" actId="47"/>
        <pc:sldMkLst>
          <pc:docMk/>
          <pc:sldMk cId="172027531" sldId="2248"/>
        </pc:sldMkLst>
      </pc:sldChg>
      <pc:sldChg chg="del">
        <pc:chgData name="Bhuvana Meenakshi Koteeswaran" userId="fec373f544348829" providerId="LiveId" clId="{36C32F62-3DD6-40E5-AEE1-D452AEF9C736}" dt="2026-01-24T03:53:07.235" v="422" actId="47"/>
        <pc:sldMkLst>
          <pc:docMk/>
          <pc:sldMk cId="1711038051" sldId="2251"/>
        </pc:sldMkLst>
      </pc:sldChg>
      <pc:sldChg chg="del">
        <pc:chgData name="Bhuvana Meenakshi Koteeswaran" userId="fec373f544348829" providerId="LiveId" clId="{36C32F62-3DD6-40E5-AEE1-D452AEF9C736}" dt="2026-01-24T03:53:07.573" v="423" actId="47"/>
        <pc:sldMkLst>
          <pc:docMk/>
          <pc:sldMk cId="3263259421" sldId="2254"/>
        </pc:sldMkLst>
      </pc:sldChg>
      <pc:sldChg chg="del">
        <pc:chgData name="Bhuvana Meenakshi Koteeswaran" userId="fec373f544348829" providerId="LiveId" clId="{36C32F62-3DD6-40E5-AEE1-D452AEF9C736}" dt="2026-01-24T03:53:08.222" v="426" actId="47"/>
        <pc:sldMkLst>
          <pc:docMk/>
          <pc:sldMk cId="3614558756" sldId="2255"/>
        </pc:sldMkLst>
      </pc:sldChg>
      <pc:sldChg chg="del">
        <pc:chgData name="Bhuvana Meenakshi Koteeswaran" userId="fec373f544348829" providerId="LiveId" clId="{36C32F62-3DD6-40E5-AEE1-D452AEF9C736}" dt="2026-01-24T03:53:08.460" v="427" actId="47"/>
        <pc:sldMkLst>
          <pc:docMk/>
          <pc:sldMk cId="2768961263" sldId="2256"/>
        </pc:sldMkLst>
      </pc:sldChg>
      <pc:sldChg chg="del">
        <pc:chgData name="Bhuvana Meenakshi Koteeswaran" userId="fec373f544348829" providerId="LiveId" clId="{36C32F62-3DD6-40E5-AEE1-D452AEF9C736}" dt="2026-01-24T03:53:08.714" v="428" actId="47"/>
        <pc:sldMkLst>
          <pc:docMk/>
          <pc:sldMk cId="2016188074" sldId="2257"/>
        </pc:sldMkLst>
      </pc:sldChg>
      <pc:sldChg chg="del">
        <pc:chgData name="Bhuvana Meenakshi Koteeswaran" userId="fec373f544348829" providerId="LiveId" clId="{36C32F62-3DD6-40E5-AEE1-D452AEF9C736}" dt="2026-01-24T03:53:09.142" v="430" actId="47"/>
        <pc:sldMkLst>
          <pc:docMk/>
          <pc:sldMk cId="139238698" sldId="2258"/>
        </pc:sldMkLst>
      </pc:sldChg>
      <pc:sldChg chg="del">
        <pc:chgData name="Bhuvana Meenakshi Koteeswaran" userId="fec373f544348829" providerId="LiveId" clId="{36C32F62-3DD6-40E5-AEE1-D452AEF9C736}" dt="2026-01-24T03:53:10.128" v="435" actId="47"/>
        <pc:sldMkLst>
          <pc:docMk/>
          <pc:sldMk cId="3126186693" sldId="2260"/>
        </pc:sldMkLst>
      </pc:sldChg>
      <pc:sldChg chg="del">
        <pc:chgData name="Bhuvana Meenakshi Koteeswaran" userId="fec373f544348829" providerId="LiveId" clId="{36C32F62-3DD6-40E5-AEE1-D452AEF9C736}" dt="2026-01-24T03:53:10.572" v="436" actId="47"/>
        <pc:sldMkLst>
          <pc:docMk/>
          <pc:sldMk cId="940625869" sldId="2261"/>
        </pc:sldMkLst>
      </pc:sldChg>
      <pc:sldChg chg="del">
        <pc:chgData name="Bhuvana Meenakshi Koteeswaran" userId="fec373f544348829" providerId="LiveId" clId="{36C32F62-3DD6-40E5-AEE1-D452AEF9C736}" dt="2026-01-24T03:53:10.792" v="437" actId="47"/>
        <pc:sldMkLst>
          <pc:docMk/>
          <pc:sldMk cId="3519874409" sldId="2263"/>
        </pc:sldMkLst>
      </pc:sldChg>
      <pc:sldChg chg="del">
        <pc:chgData name="Bhuvana Meenakshi Koteeswaran" userId="fec373f544348829" providerId="LiveId" clId="{36C32F62-3DD6-40E5-AEE1-D452AEF9C736}" dt="2026-01-24T03:52:17.490" v="376" actId="47"/>
        <pc:sldMkLst>
          <pc:docMk/>
          <pc:sldMk cId="0" sldId="2264"/>
        </pc:sldMkLst>
      </pc:sldChg>
      <pc:sldChg chg="del">
        <pc:chgData name="Bhuvana Meenakshi Koteeswaran" userId="fec373f544348829" providerId="LiveId" clId="{36C32F62-3DD6-40E5-AEE1-D452AEF9C736}" dt="2026-01-24T03:52:59.656" v="413" actId="47"/>
        <pc:sldMkLst>
          <pc:docMk/>
          <pc:sldMk cId="3627387977" sldId="2266"/>
        </pc:sldMkLst>
      </pc:sldChg>
      <pc:sldChg chg="del">
        <pc:chgData name="Bhuvana Meenakshi Koteeswaran" userId="fec373f544348829" providerId="LiveId" clId="{36C32F62-3DD6-40E5-AEE1-D452AEF9C736}" dt="2026-01-24T03:52:58.058" v="411" actId="47"/>
        <pc:sldMkLst>
          <pc:docMk/>
          <pc:sldMk cId="4032765969" sldId="2267"/>
        </pc:sldMkLst>
      </pc:sldChg>
      <pc:sldChg chg="del">
        <pc:chgData name="Bhuvana Meenakshi Koteeswaran" userId="fec373f544348829" providerId="LiveId" clId="{36C32F62-3DD6-40E5-AEE1-D452AEF9C736}" dt="2026-01-24T03:52:58.897" v="412" actId="47"/>
        <pc:sldMkLst>
          <pc:docMk/>
          <pc:sldMk cId="2684338062" sldId="2268"/>
        </pc:sldMkLst>
      </pc:sldChg>
      <pc:sldChg chg="del">
        <pc:chgData name="Bhuvana Meenakshi Koteeswaran" userId="fec373f544348829" providerId="LiveId" clId="{36C32F62-3DD6-40E5-AEE1-D452AEF9C736}" dt="2026-01-24T03:53:07.826" v="424" actId="47"/>
        <pc:sldMkLst>
          <pc:docMk/>
          <pc:sldMk cId="3737675525" sldId="2269"/>
        </pc:sldMkLst>
      </pc:sldChg>
      <pc:sldChg chg="del">
        <pc:chgData name="Bhuvana Meenakshi Koteeswaran" userId="fec373f544348829" providerId="LiveId" clId="{36C32F62-3DD6-40E5-AEE1-D452AEF9C736}" dt="2026-01-24T03:53:08.032" v="425" actId="47"/>
        <pc:sldMkLst>
          <pc:docMk/>
          <pc:sldMk cId="303975801" sldId="2270"/>
        </pc:sldMkLst>
      </pc:sldChg>
      <pc:sldChg chg="del">
        <pc:chgData name="Bhuvana Meenakshi Koteeswaran" userId="fec373f544348829" providerId="LiveId" clId="{36C32F62-3DD6-40E5-AEE1-D452AEF9C736}" dt="2026-01-24T03:53:06.850" v="421" actId="47"/>
        <pc:sldMkLst>
          <pc:docMk/>
          <pc:sldMk cId="1711325279" sldId="2271"/>
        </pc:sldMkLst>
      </pc:sldChg>
      <pc:sldChg chg="del">
        <pc:chgData name="Bhuvana Meenakshi Koteeswaran" userId="fec373f544348829" providerId="LiveId" clId="{36C32F62-3DD6-40E5-AEE1-D452AEF9C736}" dt="2026-01-24T03:53:08.920" v="429" actId="47"/>
        <pc:sldMkLst>
          <pc:docMk/>
          <pc:sldMk cId="0" sldId="2272"/>
        </pc:sldMkLst>
      </pc:sldChg>
      <pc:sldChg chg="del">
        <pc:chgData name="Bhuvana Meenakshi Koteeswaran" userId="fec373f544348829" providerId="LiveId" clId="{36C32F62-3DD6-40E5-AEE1-D452AEF9C736}" dt="2026-01-24T03:53:04.509" v="419" actId="47"/>
        <pc:sldMkLst>
          <pc:docMk/>
          <pc:sldMk cId="3599159229" sldId="2273"/>
        </pc:sldMkLst>
      </pc:sldChg>
      <pc:sldChg chg="del">
        <pc:chgData name="Bhuvana Meenakshi Koteeswaran" userId="fec373f544348829" providerId="LiveId" clId="{36C32F62-3DD6-40E5-AEE1-D452AEF9C736}" dt="2026-01-24T03:53:09.735" v="433" actId="47"/>
        <pc:sldMkLst>
          <pc:docMk/>
          <pc:sldMk cId="1549349254" sldId="2274"/>
        </pc:sldMkLst>
      </pc:sldChg>
      <pc:sldChg chg="del">
        <pc:chgData name="Bhuvana Meenakshi Koteeswaran" userId="fec373f544348829" providerId="LiveId" clId="{36C32F62-3DD6-40E5-AEE1-D452AEF9C736}" dt="2026-01-24T03:53:11.220" v="439" actId="47"/>
        <pc:sldMkLst>
          <pc:docMk/>
          <pc:sldMk cId="3331727100" sldId="2275"/>
        </pc:sldMkLst>
      </pc:sldChg>
      <pc:sldChg chg="del">
        <pc:chgData name="Bhuvana Meenakshi Koteeswaran" userId="fec373f544348829" providerId="LiveId" clId="{36C32F62-3DD6-40E5-AEE1-D452AEF9C736}" dt="2026-01-24T03:44:25.449" v="283" actId="47"/>
        <pc:sldMkLst>
          <pc:docMk/>
          <pc:sldMk cId="3733118193" sldId="2277"/>
        </pc:sldMkLst>
      </pc:sldChg>
      <pc:sldChg chg="delSp modSp add mod">
        <pc:chgData name="Bhuvana Meenakshi Koteeswaran" userId="fec373f544348829" providerId="LiveId" clId="{36C32F62-3DD6-40E5-AEE1-D452AEF9C736}" dt="2026-01-24T03:44:56.995" v="301" actId="478"/>
        <pc:sldMkLst>
          <pc:docMk/>
          <pc:sldMk cId="4209464210" sldId="2278"/>
        </pc:sldMkLst>
        <pc:spChg chg="mod">
          <ac:chgData name="Bhuvana Meenakshi Koteeswaran" userId="fec373f544348829" providerId="LiveId" clId="{36C32F62-3DD6-40E5-AEE1-D452AEF9C736}" dt="2026-01-24T03:38:51.830" v="178" actId="1076"/>
          <ac:spMkLst>
            <pc:docMk/>
            <pc:sldMk cId="4209464210" sldId="2278"/>
            <ac:spMk id="2" creationId="{E1A7F1D7-4930-4039-9C6F-0824624AFFBE}"/>
          </ac:spMkLst>
        </pc:spChg>
        <pc:spChg chg="del">
          <ac:chgData name="Bhuvana Meenakshi Koteeswaran" userId="fec373f544348829" providerId="LiveId" clId="{36C32F62-3DD6-40E5-AEE1-D452AEF9C736}" dt="2026-01-24T03:44:56.995" v="301" actId="478"/>
          <ac:spMkLst>
            <pc:docMk/>
            <pc:sldMk cId="4209464210" sldId="2278"/>
            <ac:spMk id="7" creationId="{9329915E-DD63-0557-796F-ECAFDE2B3980}"/>
          </ac:spMkLst>
        </pc:spChg>
        <pc:spChg chg="mod">
          <ac:chgData name="Bhuvana Meenakshi Koteeswaran" userId="fec373f544348829" providerId="LiveId" clId="{36C32F62-3DD6-40E5-AEE1-D452AEF9C736}" dt="2026-01-24T03:39:25.764" v="184" actId="20577"/>
          <ac:spMkLst>
            <pc:docMk/>
            <pc:sldMk cId="4209464210" sldId="2278"/>
            <ac:spMk id="8" creationId="{F2A650A7-BE7E-8823-3A02-0A17446D2977}"/>
          </ac:spMkLst>
        </pc:spChg>
      </pc:sldChg>
      <pc:sldChg chg="delSp modSp add mod">
        <pc:chgData name="Bhuvana Meenakshi Koteeswaran" userId="fec373f544348829" providerId="LiveId" clId="{36C32F62-3DD6-40E5-AEE1-D452AEF9C736}" dt="2026-01-24T03:45:04.141" v="302" actId="478"/>
        <pc:sldMkLst>
          <pc:docMk/>
          <pc:sldMk cId="2191438518" sldId="2279"/>
        </pc:sldMkLst>
        <pc:spChg chg="mod">
          <ac:chgData name="Bhuvana Meenakshi Koteeswaran" userId="fec373f544348829" providerId="LiveId" clId="{36C32F62-3DD6-40E5-AEE1-D452AEF9C736}" dt="2026-01-24T03:39:37.232" v="192" actId="20577"/>
          <ac:spMkLst>
            <pc:docMk/>
            <pc:sldMk cId="2191438518" sldId="2279"/>
            <ac:spMk id="2" creationId="{4D164B10-C065-743D-9394-06704940C2A5}"/>
          </ac:spMkLst>
        </pc:spChg>
        <pc:spChg chg="del">
          <ac:chgData name="Bhuvana Meenakshi Koteeswaran" userId="fec373f544348829" providerId="LiveId" clId="{36C32F62-3DD6-40E5-AEE1-D452AEF9C736}" dt="2026-01-24T03:45:04.141" v="302" actId="478"/>
          <ac:spMkLst>
            <pc:docMk/>
            <pc:sldMk cId="2191438518" sldId="2279"/>
            <ac:spMk id="7" creationId="{077250FD-8644-45D5-AFFA-504CEE40ED84}"/>
          </ac:spMkLst>
        </pc:spChg>
        <pc:spChg chg="mod">
          <ac:chgData name="Bhuvana Meenakshi Koteeswaran" userId="fec373f544348829" providerId="LiveId" clId="{36C32F62-3DD6-40E5-AEE1-D452AEF9C736}" dt="2026-01-24T03:39:57.134" v="195" actId="12"/>
          <ac:spMkLst>
            <pc:docMk/>
            <pc:sldMk cId="2191438518" sldId="2279"/>
            <ac:spMk id="8" creationId="{67032174-56E7-6E42-2AEC-75AED55CC974}"/>
          </ac:spMkLst>
        </pc:spChg>
      </pc:sldChg>
      <pc:sldChg chg="delSp modSp add mod">
        <pc:chgData name="Bhuvana Meenakshi Koteeswaran" userId="fec373f544348829" providerId="LiveId" clId="{36C32F62-3DD6-40E5-AEE1-D452AEF9C736}" dt="2026-01-24T03:45:06.591" v="303" actId="478"/>
        <pc:sldMkLst>
          <pc:docMk/>
          <pc:sldMk cId="1097351889" sldId="2280"/>
        </pc:sldMkLst>
        <pc:spChg chg="mod">
          <ac:chgData name="Bhuvana Meenakshi Koteeswaran" userId="fec373f544348829" providerId="LiveId" clId="{36C32F62-3DD6-40E5-AEE1-D452AEF9C736}" dt="2026-01-24T03:40:25.478" v="210" actId="20577"/>
          <ac:spMkLst>
            <pc:docMk/>
            <pc:sldMk cId="1097351889" sldId="2280"/>
            <ac:spMk id="2" creationId="{2F448EEB-B46E-6FE1-3BB0-4EE850C67A6E}"/>
          </ac:spMkLst>
        </pc:spChg>
        <pc:spChg chg="del">
          <ac:chgData name="Bhuvana Meenakshi Koteeswaran" userId="fec373f544348829" providerId="LiveId" clId="{36C32F62-3DD6-40E5-AEE1-D452AEF9C736}" dt="2026-01-24T03:45:06.591" v="303" actId="478"/>
          <ac:spMkLst>
            <pc:docMk/>
            <pc:sldMk cId="1097351889" sldId="2280"/>
            <ac:spMk id="7" creationId="{908B5C8E-A58D-B674-E0BE-204AC325737B}"/>
          </ac:spMkLst>
        </pc:spChg>
        <pc:spChg chg="mod">
          <ac:chgData name="Bhuvana Meenakshi Koteeswaran" userId="fec373f544348829" providerId="LiveId" clId="{36C32F62-3DD6-40E5-AEE1-D452AEF9C736}" dt="2026-01-24T03:40:38.634" v="215" actId="120"/>
          <ac:spMkLst>
            <pc:docMk/>
            <pc:sldMk cId="1097351889" sldId="2280"/>
            <ac:spMk id="8" creationId="{22EB15FF-260B-C932-24CD-DE3BE5696E29}"/>
          </ac:spMkLst>
        </pc:spChg>
      </pc:sldChg>
      <pc:sldChg chg="delSp add mod">
        <pc:chgData name="Bhuvana Meenakshi Koteeswaran" userId="fec373f544348829" providerId="LiveId" clId="{36C32F62-3DD6-40E5-AEE1-D452AEF9C736}" dt="2026-01-24T03:45:09.481" v="304" actId="478"/>
        <pc:sldMkLst>
          <pc:docMk/>
          <pc:sldMk cId="4047898790" sldId="2281"/>
        </pc:sldMkLst>
        <pc:spChg chg="del">
          <ac:chgData name="Bhuvana Meenakshi Koteeswaran" userId="fec373f544348829" providerId="LiveId" clId="{36C32F62-3DD6-40E5-AEE1-D452AEF9C736}" dt="2026-01-24T03:45:09.481" v="304" actId="478"/>
          <ac:spMkLst>
            <pc:docMk/>
            <pc:sldMk cId="4047898790" sldId="2281"/>
            <ac:spMk id="7" creationId="{2F98F6A2-D9C4-048B-DD30-AD1547BB2EF0}"/>
          </ac:spMkLst>
        </pc:spChg>
      </pc:sldChg>
      <pc:sldChg chg="addSp delSp modSp add mod">
        <pc:chgData name="Bhuvana Meenakshi Koteeswaran" userId="fec373f544348829" providerId="LiveId" clId="{36C32F62-3DD6-40E5-AEE1-D452AEF9C736}" dt="2026-01-24T03:47:55.285" v="317" actId="478"/>
        <pc:sldMkLst>
          <pc:docMk/>
          <pc:sldMk cId="1675291427" sldId="2282"/>
        </pc:sldMkLst>
        <pc:spChg chg="add del mod">
          <ac:chgData name="Bhuvana Meenakshi Koteeswaran" userId="fec373f544348829" providerId="LiveId" clId="{36C32F62-3DD6-40E5-AEE1-D452AEF9C736}" dt="2026-01-24T03:47:55.285" v="317" actId="478"/>
          <ac:spMkLst>
            <pc:docMk/>
            <pc:sldMk cId="1675291427" sldId="2282"/>
            <ac:spMk id="5" creationId="{C3EBA213-902A-24F0-59C1-50BDD87D41C4}"/>
          </ac:spMkLst>
        </pc:spChg>
        <pc:spChg chg="mod">
          <ac:chgData name="Bhuvana Meenakshi Koteeswaran" userId="fec373f544348829" providerId="LiveId" clId="{36C32F62-3DD6-40E5-AEE1-D452AEF9C736}" dt="2026-01-24T03:46:39.665" v="313" actId="14100"/>
          <ac:spMkLst>
            <pc:docMk/>
            <pc:sldMk cId="1675291427" sldId="2282"/>
            <ac:spMk id="7" creationId="{9E92F5A8-E4F4-05EC-D5DD-5D34F3EAD902}"/>
          </ac:spMkLst>
        </pc:spChg>
        <pc:graphicFrameChg chg="add mod">
          <ac:chgData name="Bhuvana Meenakshi Koteeswaran" userId="fec373f544348829" providerId="LiveId" clId="{36C32F62-3DD6-40E5-AEE1-D452AEF9C736}" dt="2026-01-24T03:47:07.570" v="316" actId="1076"/>
          <ac:graphicFrameMkLst>
            <pc:docMk/>
            <pc:sldMk cId="1675291427" sldId="2282"/>
            <ac:graphicFrameMk id="2" creationId="{538C1B6C-F11B-A4F7-2A7D-F225EC47DFCA}"/>
          </ac:graphicFrameMkLst>
        </pc:graphicFrameChg>
      </pc:sldChg>
      <pc:sldChg chg="delSp modSp add mod">
        <pc:chgData name="Bhuvana Meenakshi Koteeswaran" userId="fec373f544348829" providerId="LiveId" clId="{36C32F62-3DD6-40E5-AEE1-D452AEF9C736}" dt="2026-01-24T03:48:05.183" v="320" actId="478"/>
        <pc:sldMkLst>
          <pc:docMk/>
          <pc:sldMk cId="1857574822" sldId="2283"/>
        </pc:sldMkLst>
        <pc:spChg chg="mod">
          <ac:chgData name="Bhuvana Meenakshi Koteeswaran" userId="fec373f544348829" providerId="LiveId" clId="{36C32F62-3DD6-40E5-AEE1-D452AEF9C736}" dt="2026-01-24T03:48:01.381" v="319"/>
          <ac:spMkLst>
            <pc:docMk/>
            <pc:sldMk cId="1857574822" sldId="2283"/>
            <ac:spMk id="7" creationId="{1CFB997C-8441-5B28-09BC-5C5C23C4A6AF}"/>
          </ac:spMkLst>
        </pc:spChg>
        <pc:graphicFrameChg chg="del">
          <ac:chgData name="Bhuvana Meenakshi Koteeswaran" userId="fec373f544348829" providerId="LiveId" clId="{36C32F62-3DD6-40E5-AEE1-D452AEF9C736}" dt="2026-01-24T03:48:05.183" v="320" actId="478"/>
          <ac:graphicFrameMkLst>
            <pc:docMk/>
            <pc:sldMk cId="1857574822" sldId="2283"/>
            <ac:graphicFrameMk id="2" creationId="{DE0ED215-6F3E-8A11-E7E7-4E15FAF52DB9}"/>
          </ac:graphicFrameMkLst>
        </pc:graphicFrameChg>
      </pc:sldChg>
      <pc:sldChg chg="modSp add">
        <pc:chgData name="Bhuvana Meenakshi Koteeswaran" userId="fec373f544348829" providerId="LiveId" clId="{36C32F62-3DD6-40E5-AEE1-D452AEF9C736}" dt="2026-01-24T03:48:25.176" v="322"/>
        <pc:sldMkLst>
          <pc:docMk/>
          <pc:sldMk cId="2096302687" sldId="2284"/>
        </pc:sldMkLst>
        <pc:spChg chg="mod">
          <ac:chgData name="Bhuvana Meenakshi Koteeswaran" userId="fec373f544348829" providerId="LiveId" clId="{36C32F62-3DD6-40E5-AEE1-D452AEF9C736}" dt="2026-01-24T03:48:25.176" v="322"/>
          <ac:spMkLst>
            <pc:docMk/>
            <pc:sldMk cId="2096302687" sldId="2284"/>
            <ac:spMk id="7" creationId="{B20A7B63-AD4B-1B5D-21DC-FDFE38ADFBD6}"/>
          </ac:spMkLst>
        </pc:spChg>
      </pc:sldChg>
      <pc:sldChg chg="modSp add mod ord">
        <pc:chgData name="Bhuvana Meenakshi Koteeswaran" userId="fec373f544348829" providerId="LiveId" clId="{36C32F62-3DD6-40E5-AEE1-D452AEF9C736}" dt="2026-01-24T03:50:33.487" v="352"/>
        <pc:sldMkLst>
          <pc:docMk/>
          <pc:sldMk cId="2409513313" sldId="2285"/>
        </pc:sldMkLst>
        <pc:spChg chg="mod">
          <ac:chgData name="Bhuvana Meenakshi Koteeswaran" userId="fec373f544348829" providerId="LiveId" clId="{36C32F62-3DD6-40E5-AEE1-D452AEF9C736}" dt="2026-01-24T03:50:33.487" v="352"/>
          <ac:spMkLst>
            <pc:docMk/>
            <pc:sldMk cId="2409513313" sldId="2285"/>
            <ac:spMk id="7" creationId="{080E6787-B7DA-8CA2-3451-D420C52711D4}"/>
          </ac:spMkLst>
        </pc:spChg>
        <pc:spChg chg="mod">
          <ac:chgData name="Bhuvana Meenakshi Koteeswaran" userId="fec373f544348829" providerId="LiveId" clId="{36C32F62-3DD6-40E5-AEE1-D452AEF9C736}" dt="2026-01-24T03:50:05.113" v="350" actId="20577"/>
          <ac:spMkLst>
            <pc:docMk/>
            <pc:sldMk cId="2409513313" sldId="2285"/>
            <ac:spMk id="10" creationId="{C58D699A-6C37-15EE-6DD5-21C2CFA5CC75}"/>
          </ac:spMkLst>
        </pc:spChg>
      </pc:sldChg>
      <pc:sldChg chg="add del">
        <pc:chgData name="Bhuvana Meenakshi Koteeswaran" userId="fec373f544348829" providerId="LiveId" clId="{36C32F62-3DD6-40E5-AEE1-D452AEF9C736}" dt="2026-01-24T03:53:15.131" v="446" actId="47"/>
        <pc:sldMkLst>
          <pc:docMk/>
          <pc:sldMk cId="1849687368" sldId="2286"/>
        </pc:sldMkLst>
      </pc:sldChg>
      <pc:sldChg chg="addSp delSp modSp add del mod">
        <pc:chgData name="Bhuvana Meenakshi Koteeswaran" userId="fec373f544348829" providerId="LiveId" clId="{36C32F62-3DD6-40E5-AEE1-D452AEF9C736}" dt="2026-01-24T03:53:17.275" v="447" actId="47"/>
        <pc:sldMkLst>
          <pc:docMk/>
          <pc:sldMk cId="737433099" sldId="2287"/>
        </pc:sldMkLst>
        <pc:spChg chg="del">
          <ac:chgData name="Bhuvana Meenakshi Koteeswaran" userId="fec373f544348829" providerId="LiveId" clId="{36C32F62-3DD6-40E5-AEE1-D452AEF9C736}" dt="2026-01-24T03:51:20.997" v="361" actId="478"/>
          <ac:spMkLst>
            <pc:docMk/>
            <pc:sldMk cId="737433099" sldId="2287"/>
            <ac:spMk id="7" creationId="{ADAF7340-6645-625A-AE49-F9E7404B65E7}"/>
          </ac:spMkLst>
        </pc:spChg>
        <pc:spChg chg="mod">
          <ac:chgData name="Bhuvana Meenakshi Koteeswaran" userId="fec373f544348829" providerId="LiveId" clId="{36C32F62-3DD6-40E5-AEE1-D452AEF9C736}" dt="2026-01-24T03:51:13.641" v="359" actId="20577"/>
          <ac:spMkLst>
            <pc:docMk/>
            <pc:sldMk cId="737433099" sldId="2287"/>
            <ac:spMk id="10" creationId="{C37B5976-AC6C-A1F7-5499-37F6DDC6D7AF}"/>
          </ac:spMkLst>
        </pc:spChg>
        <pc:picChg chg="add mod">
          <ac:chgData name="Bhuvana Meenakshi Koteeswaran" userId="fec373f544348829" providerId="LiveId" clId="{36C32F62-3DD6-40E5-AEE1-D452AEF9C736}" dt="2026-01-24T03:51:58.912" v="370" actId="1076"/>
          <ac:picMkLst>
            <pc:docMk/>
            <pc:sldMk cId="737433099" sldId="2287"/>
            <ac:picMk id="2" creationId="{A0369822-99DA-16F9-7433-25ED079CAC3B}"/>
          </ac:picMkLst>
        </pc:picChg>
        <pc:picChg chg="add mod">
          <ac:chgData name="Bhuvana Meenakshi Koteeswaran" userId="fec373f544348829" providerId="LiveId" clId="{36C32F62-3DD6-40E5-AEE1-D452AEF9C736}" dt="2026-01-24T03:52:06.441" v="373" actId="1076"/>
          <ac:picMkLst>
            <pc:docMk/>
            <pc:sldMk cId="737433099" sldId="2287"/>
            <ac:picMk id="4" creationId="{B737E9DA-9AD5-6D2E-F090-B2618186CFE3}"/>
          </ac:picMkLst>
        </pc:picChg>
      </pc:sldChg>
      <pc:sldChg chg="addSp delSp modSp add del mod">
        <pc:chgData name="Bhuvana Meenakshi Koteeswaran" userId="fec373f544348829" providerId="LiveId" clId="{36C32F62-3DD6-40E5-AEE1-D452AEF9C736}" dt="2026-01-24T03:54:02.629" v="461" actId="1076"/>
        <pc:sldMkLst>
          <pc:docMk/>
          <pc:sldMk cId="3913208292" sldId="2288"/>
        </pc:sldMkLst>
        <pc:spChg chg="mod">
          <ac:chgData name="Bhuvana Meenakshi Koteeswaran" userId="fec373f544348829" providerId="LiveId" clId="{36C32F62-3DD6-40E5-AEE1-D452AEF9C736}" dt="2026-01-24T03:53:54.585" v="456" actId="20577"/>
          <ac:spMkLst>
            <pc:docMk/>
            <pc:sldMk cId="3913208292" sldId="2288"/>
            <ac:spMk id="10" creationId="{6951A5DA-328B-BF54-8758-D67B94770A62}"/>
          </ac:spMkLst>
        </pc:spChg>
        <pc:picChg chg="del">
          <ac:chgData name="Bhuvana Meenakshi Koteeswaran" userId="fec373f544348829" providerId="LiveId" clId="{36C32F62-3DD6-40E5-AEE1-D452AEF9C736}" dt="2026-01-24T03:53:56.662" v="457" actId="478"/>
          <ac:picMkLst>
            <pc:docMk/>
            <pc:sldMk cId="3913208292" sldId="2288"/>
            <ac:picMk id="2" creationId="{5DC32C25-3E2A-AF46-CA4D-8CC61799784D}"/>
          </ac:picMkLst>
        </pc:picChg>
        <pc:picChg chg="del mod">
          <ac:chgData name="Bhuvana Meenakshi Koteeswaran" userId="fec373f544348829" providerId="LiveId" clId="{36C32F62-3DD6-40E5-AEE1-D452AEF9C736}" dt="2026-01-24T03:53:58.421" v="459" actId="478"/>
          <ac:picMkLst>
            <pc:docMk/>
            <pc:sldMk cId="3913208292" sldId="2288"/>
            <ac:picMk id="4" creationId="{4D80F6CB-1F81-9D47-B9D8-891AFE238119}"/>
          </ac:picMkLst>
        </pc:picChg>
        <pc:picChg chg="add mod">
          <ac:chgData name="Bhuvana Meenakshi Koteeswaran" userId="fec373f544348829" providerId="LiveId" clId="{36C32F62-3DD6-40E5-AEE1-D452AEF9C736}" dt="2026-01-24T03:54:02.629" v="461" actId="1076"/>
          <ac:picMkLst>
            <pc:docMk/>
            <pc:sldMk cId="3913208292" sldId="2288"/>
            <ac:picMk id="5" creationId="{CD261E9A-A6CD-C0FD-60CC-0C50E2EC71EF}"/>
          </ac:picMkLst>
        </pc:picChg>
      </pc:sldChg>
      <pc:sldChg chg="addSp delSp modSp add mod">
        <pc:chgData name="Bhuvana Meenakshi Koteeswaran" userId="fec373f544348829" providerId="LiveId" clId="{36C32F62-3DD6-40E5-AEE1-D452AEF9C736}" dt="2026-01-24T03:54:44.904" v="491" actId="478"/>
        <pc:sldMkLst>
          <pc:docMk/>
          <pc:sldMk cId="1903468448" sldId="2289"/>
        </pc:sldMkLst>
        <pc:spChg chg="mod">
          <ac:chgData name="Bhuvana Meenakshi Koteeswaran" userId="fec373f544348829" providerId="LiveId" clId="{36C32F62-3DD6-40E5-AEE1-D452AEF9C736}" dt="2026-01-24T03:54:40.517" v="489" actId="20577"/>
          <ac:spMkLst>
            <pc:docMk/>
            <pc:sldMk cId="1903468448" sldId="2289"/>
            <ac:spMk id="10" creationId="{AD8550A2-B6BB-0D04-B397-542C81AF28B0}"/>
          </ac:spMkLst>
        </pc:spChg>
        <pc:picChg chg="add mod">
          <ac:chgData name="Bhuvana Meenakshi Koteeswaran" userId="fec373f544348829" providerId="LiveId" clId="{36C32F62-3DD6-40E5-AEE1-D452AEF9C736}" dt="2026-01-24T03:54:42.471" v="490"/>
          <ac:picMkLst>
            <pc:docMk/>
            <pc:sldMk cId="1903468448" sldId="2289"/>
            <ac:picMk id="2" creationId="{EB9CC214-E925-0722-D10E-851B007CB1BB}"/>
          </ac:picMkLst>
        </pc:picChg>
        <pc:picChg chg="del">
          <ac:chgData name="Bhuvana Meenakshi Koteeswaran" userId="fec373f544348829" providerId="LiveId" clId="{36C32F62-3DD6-40E5-AEE1-D452AEF9C736}" dt="2026-01-24T03:54:44.904" v="491" actId="478"/>
          <ac:picMkLst>
            <pc:docMk/>
            <pc:sldMk cId="1903468448" sldId="2289"/>
            <ac:picMk id="5" creationId="{2DED9D32-D657-FCFB-CC7E-6501F4AD600F}"/>
          </ac:picMkLst>
        </pc:picChg>
      </pc:sldChg>
      <pc:sldChg chg="addSp delSp modSp add mod">
        <pc:chgData name="Bhuvana Meenakshi Koteeswaran" userId="fec373f544348829" providerId="LiveId" clId="{36C32F62-3DD6-40E5-AEE1-D452AEF9C736}" dt="2026-01-24T03:55:17.463" v="507" actId="1076"/>
        <pc:sldMkLst>
          <pc:docMk/>
          <pc:sldMk cId="3601543561" sldId="2290"/>
        </pc:sldMkLst>
        <pc:spChg chg="mod">
          <ac:chgData name="Bhuvana Meenakshi Koteeswaran" userId="fec373f544348829" providerId="LiveId" clId="{36C32F62-3DD6-40E5-AEE1-D452AEF9C736}" dt="2026-01-24T03:55:12.330" v="504" actId="20577"/>
          <ac:spMkLst>
            <pc:docMk/>
            <pc:sldMk cId="3601543561" sldId="2290"/>
            <ac:spMk id="10" creationId="{09B3A907-1F25-1D99-0B86-0FBBEF45D907}"/>
          </ac:spMkLst>
        </pc:spChg>
        <pc:picChg chg="del">
          <ac:chgData name="Bhuvana Meenakshi Koteeswaran" userId="fec373f544348829" providerId="LiveId" clId="{36C32F62-3DD6-40E5-AEE1-D452AEF9C736}" dt="2026-01-24T03:55:14.334" v="505" actId="478"/>
          <ac:picMkLst>
            <pc:docMk/>
            <pc:sldMk cId="3601543561" sldId="2290"/>
            <ac:picMk id="2" creationId="{52D5520E-7772-0C69-3F33-7BC5F9BED770}"/>
          </ac:picMkLst>
        </pc:picChg>
        <pc:picChg chg="add mod">
          <ac:chgData name="Bhuvana Meenakshi Koteeswaran" userId="fec373f544348829" providerId="LiveId" clId="{36C32F62-3DD6-40E5-AEE1-D452AEF9C736}" dt="2026-01-24T03:55:17.463" v="507" actId="1076"/>
          <ac:picMkLst>
            <pc:docMk/>
            <pc:sldMk cId="3601543561" sldId="2290"/>
            <ac:picMk id="4" creationId="{063964E0-CA09-AA63-CBAF-886F239B291F}"/>
          </ac:picMkLst>
        </pc:picChg>
      </pc:sldChg>
      <pc:sldChg chg="addSp delSp modSp add mod">
        <pc:chgData name="Bhuvana Meenakshi Koteeswaran" userId="fec373f544348829" providerId="LiveId" clId="{36C32F62-3DD6-40E5-AEE1-D452AEF9C736}" dt="2026-01-24T03:56:06.199" v="530"/>
        <pc:sldMkLst>
          <pc:docMk/>
          <pc:sldMk cId="2722978441" sldId="2291"/>
        </pc:sldMkLst>
        <pc:spChg chg="mod">
          <ac:chgData name="Bhuvana Meenakshi Koteeswaran" userId="fec373f544348829" providerId="LiveId" clId="{36C32F62-3DD6-40E5-AEE1-D452AEF9C736}" dt="2026-01-24T03:55:58.527" v="528" actId="20577"/>
          <ac:spMkLst>
            <pc:docMk/>
            <pc:sldMk cId="2722978441" sldId="2291"/>
            <ac:spMk id="10" creationId="{A79A34F9-CCDA-0E29-0216-407634DFDB88}"/>
          </ac:spMkLst>
        </pc:spChg>
        <pc:picChg chg="add mod">
          <ac:chgData name="Bhuvana Meenakshi Koteeswaran" userId="fec373f544348829" providerId="LiveId" clId="{36C32F62-3DD6-40E5-AEE1-D452AEF9C736}" dt="2026-01-24T03:56:06.199" v="530"/>
          <ac:picMkLst>
            <pc:docMk/>
            <pc:sldMk cId="2722978441" sldId="2291"/>
            <ac:picMk id="2" creationId="{B96CFFDC-4286-2A98-E010-E8C99DF0618F}"/>
          </ac:picMkLst>
        </pc:picChg>
        <pc:picChg chg="del">
          <ac:chgData name="Bhuvana Meenakshi Koteeswaran" userId="fec373f544348829" providerId="LiveId" clId="{36C32F62-3DD6-40E5-AEE1-D452AEF9C736}" dt="2026-01-24T03:56:05.841" v="529" actId="478"/>
          <ac:picMkLst>
            <pc:docMk/>
            <pc:sldMk cId="2722978441" sldId="2291"/>
            <ac:picMk id="4" creationId="{D55652CA-CDC9-0752-6161-668BD48A72CA}"/>
          </ac:picMkLst>
        </pc:picChg>
      </pc:sldChg>
      <pc:sldChg chg="addSp delSp modSp add mod ord">
        <pc:chgData name="Bhuvana Meenakshi Koteeswaran" userId="fec373f544348829" providerId="LiveId" clId="{36C32F62-3DD6-40E5-AEE1-D452AEF9C736}" dt="2026-01-24T03:57:58.105" v="567" actId="14100"/>
        <pc:sldMkLst>
          <pc:docMk/>
          <pc:sldMk cId="2855293857" sldId="2292"/>
        </pc:sldMkLst>
        <pc:spChg chg="add mod">
          <ac:chgData name="Bhuvana Meenakshi Koteeswaran" userId="fec373f544348829" providerId="LiveId" clId="{36C32F62-3DD6-40E5-AEE1-D452AEF9C736}" dt="2026-01-24T03:57:58.105" v="567" actId="14100"/>
          <ac:spMkLst>
            <pc:docMk/>
            <pc:sldMk cId="2855293857" sldId="2292"/>
            <ac:spMk id="5" creationId="{0CB04356-BD48-5823-EADF-E16569332898}"/>
          </ac:spMkLst>
        </pc:spChg>
        <pc:spChg chg="del">
          <ac:chgData name="Bhuvana Meenakshi Koteeswaran" userId="fec373f544348829" providerId="LiveId" clId="{36C32F62-3DD6-40E5-AEE1-D452AEF9C736}" dt="2026-01-24T03:57:05.069" v="560" actId="478"/>
          <ac:spMkLst>
            <pc:docMk/>
            <pc:sldMk cId="2855293857" sldId="2292"/>
            <ac:spMk id="7" creationId="{1792C998-EEF3-D94C-9377-E0BD6F5BA417}"/>
          </ac:spMkLst>
        </pc:spChg>
        <pc:spChg chg="mod">
          <ac:chgData name="Bhuvana Meenakshi Koteeswaran" userId="fec373f544348829" providerId="LiveId" clId="{36C32F62-3DD6-40E5-AEE1-D452AEF9C736}" dt="2026-01-24T03:56:58.315" v="558" actId="20577"/>
          <ac:spMkLst>
            <pc:docMk/>
            <pc:sldMk cId="2855293857" sldId="2292"/>
            <ac:spMk id="10" creationId="{5D38147C-E137-1482-793C-BCEB2994D39E}"/>
          </ac:spMkLst>
        </pc:spChg>
        <pc:picChg chg="add del mod">
          <ac:chgData name="Bhuvana Meenakshi Koteeswaran" userId="fec373f544348829" providerId="LiveId" clId="{36C32F62-3DD6-40E5-AEE1-D452AEF9C736}" dt="2026-01-24T03:57:30.104" v="561" actId="478"/>
          <ac:picMkLst>
            <pc:docMk/>
            <pc:sldMk cId="2855293857" sldId="2292"/>
            <ac:picMk id="2" creationId="{4DF1F0F7-9C17-E4FF-FB44-08E44C88D470}"/>
          </ac:picMkLst>
        </pc:picChg>
      </pc:sldChg>
      <pc:sldChg chg="addSp delSp modSp add mod">
        <pc:chgData name="Bhuvana Meenakshi Koteeswaran" userId="fec373f544348829" providerId="LiveId" clId="{36C32F62-3DD6-40E5-AEE1-D452AEF9C736}" dt="2026-01-24T03:58:30.479" v="570"/>
        <pc:sldMkLst>
          <pc:docMk/>
          <pc:sldMk cId="802429188" sldId="2293"/>
        </pc:sldMkLst>
        <pc:spChg chg="del">
          <ac:chgData name="Bhuvana Meenakshi Koteeswaran" userId="fec373f544348829" providerId="LiveId" clId="{36C32F62-3DD6-40E5-AEE1-D452AEF9C736}" dt="2026-01-24T03:58:29.115" v="569" actId="478"/>
          <ac:spMkLst>
            <pc:docMk/>
            <pc:sldMk cId="802429188" sldId="2293"/>
            <ac:spMk id="5" creationId="{C8698F35-BB34-DBA1-A8D9-A2BD59595022}"/>
          </ac:spMkLst>
        </pc:spChg>
        <pc:picChg chg="add mod">
          <ac:chgData name="Bhuvana Meenakshi Koteeswaran" userId="fec373f544348829" providerId="LiveId" clId="{36C32F62-3DD6-40E5-AEE1-D452AEF9C736}" dt="2026-01-24T03:58:30.479" v="570"/>
          <ac:picMkLst>
            <pc:docMk/>
            <pc:sldMk cId="802429188" sldId="2293"/>
            <ac:picMk id="2" creationId="{877CDB0F-0F36-C66B-0E10-064FB1E247F7}"/>
          </ac:picMkLst>
        </pc:picChg>
      </pc:sldChg>
      <pc:sldChg chg="add">
        <pc:chgData name="Bhuvana Meenakshi Koteeswaran" userId="fec373f544348829" providerId="LiveId" clId="{36C32F62-3DD6-40E5-AEE1-D452AEF9C736}" dt="2026-01-24T03:58:33.315" v="571" actId="2890"/>
        <pc:sldMkLst>
          <pc:docMk/>
          <pc:sldMk cId="3583923564" sldId="2294"/>
        </pc:sldMkLst>
      </pc:sldChg>
      <pc:sldChg chg="addSp delSp modSp add mod">
        <pc:chgData name="Bhuvana Meenakshi Koteeswaran" userId="fec373f544348829" providerId="LiveId" clId="{36C32F62-3DD6-40E5-AEE1-D452AEF9C736}" dt="2026-01-24T03:59:11.755" v="595" actId="1076"/>
        <pc:sldMkLst>
          <pc:docMk/>
          <pc:sldMk cId="2180525493" sldId="2295"/>
        </pc:sldMkLst>
        <pc:spChg chg="mod">
          <ac:chgData name="Bhuvana Meenakshi Koteeswaran" userId="fec373f544348829" providerId="LiveId" clId="{36C32F62-3DD6-40E5-AEE1-D452AEF9C736}" dt="2026-01-24T03:59:01.186" v="591" actId="20577"/>
          <ac:spMkLst>
            <pc:docMk/>
            <pc:sldMk cId="2180525493" sldId="2295"/>
            <ac:spMk id="10" creationId="{228F0161-F880-EFA1-8A91-B06847399978}"/>
          </ac:spMkLst>
        </pc:spChg>
        <pc:picChg chg="del">
          <ac:chgData name="Bhuvana Meenakshi Koteeswaran" userId="fec373f544348829" providerId="LiveId" clId="{36C32F62-3DD6-40E5-AEE1-D452AEF9C736}" dt="2026-01-24T03:59:03.415" v="592" actId="478"/>
          <ac:picMkLst>
            <pc:docMk/>
            <pc:sldMk cId="2180525493" sldId="2295"/>
            <ac:picMk id="2" creationId="{02FE1E39-6DC3-365F-D4DC-55B46B2D7C7B}"/>
          </ac:picMkLst>
        </pc:picChg>
        <pc:picChg chg="add mod">
          <ac:chgData name="Bhuvana Meenakshi Koteeswaran" userId="fec373f544348829" providerId="LiveId" clId="{36C32F62-3DD6-40E5-AEE1-D452AEF9C736}" dt="2026-01-24T03:59:11.755" v="595" actId="1076"/>
          <ac:picMkLst>
            <pc:docMk/>
            <pc:sldMk cId="2180525493" sldId="2295"/>
            <ac:picMk id="4" creationId="{4DA9B55D-B5AD-CD0B-7B55-37C1FF4C8997}"/>
          </ac:picMkLst>
        </pc:picChg>
      </pc:sldChg>
      <pc:sldChg chg="addSp delSp modSp add mod">
        <pc:chgData name="Bhuvana Meenakshi Koteeswaran" userId="fec373f544348829" providerId="LiveId" clId="{36C32F62-3DD6-40E5-AEE1-D452AEF9C736}" dt="2026-01-24T03:59:49.436" v="606" actId="20577"/>
        <pc:sldMkLst>
          <pc:docMk/>
          <pc:sldMk cId="1097898508" sldId="2296"/>
        </pc:sldMkLst>
        <pc:spChg chg="mod">
          <ac:chgData name="Bhuvana Meenakshi Koteeswaran" userId="fec373f544348829" providerId="LiveId" clId="{36C32F62-3DD6-40E5-AEE1-D452AEF9C736}" dt="2026-01-24T03:59:49.436" v="606" actId="20577"/>
          <ac:spMkLst>
            <pc:docMk/>
            <pc:sldMk cId="1097898508" sldId="2296"/>
            <ac:spMk id="10" creationId="{B8E6B720-8C04-61FD-81A3-B4210DF4E15F}"/>
          </ac:spMkLst>
        </pc:spChg>
        <pc:picChg chg="add mod">
          <ac:chgData name="Bhuvana Meenakshi Koteeswaran" userId="fec373f544348829" providerId="LiveId" clId="{36C32F62-3DD6-40E5-AEE1-D452AEF9C736}" dt="2026-01-24T03:59:46.630" v="599" actId="1076"/>
          <ac:picMkLst>
            <pc:docMk/>
            <pc:sldMk cId="1097898508" sldId="2296"/>
            <ac:picMk id="2" creationId="{6B9E64D2-4C22-0475-362D-C3A7D57BCCC1}"/>
          </ac:picMkLst>
        </pc:picChg>
        <pc:picChg chg="del">
          <ac:chgData name="Bhuvana Meenakshi Koteeswaran" userId="fec373f544348829" providerId="LiveId" clId="{36C32F62-3DD6-40E5-AEE1-D452AEF9C736}" dt="2026-01-24T03:59:44.574" v="598" actId="478"/>
          <ac:picMkLst>
            <pc:docMk/>
            <pc:sldMk cId="1097898508" sldId="2296"/>
            <ac:picMk id="4" creationId="{2F8F06E2-03DA-617B-6E81-56869345EFDE}"/>
          </ac:picMkLst>
        </pc:picChg>
      </pc:sldChg>
      <pc:sldChg chg="add">
        <pc:chgData name="Bhuvana Meenakshi Koteeswaran" userId="fec373f544348829" providerId="LiveId" clId="{36C32F62-3DD6-40E5-AEE1-D452AEF9C736}" dt="2026-01-24T03:59:53.478" v="607" actId="2890"/>
        <pc:sldMkLst>
          <pc:docMk/>
          <pc:sldMk cId="1575589375" sldId="2297"/>
        </pc:sldMkLst>
      </pc:sldChg>
      <pc:sldChg chg="modSp add mod ord">
        <pc:chgData name="Bhuvana Meenakshi Koteeswaran" userId="fec373f544348829" providerId="LiveId" clId="{36C32F62-3DD6-40E5-AEE1-D452AEF9C736}" dt="2026-01-24T04:01:09.045" v="628" actId="20577"/>
        <pc:sldMkLst>
          <pc:docMk/>
          <pc:sldMk cId="3632326553" sldId="2298"/>
        </pc:sldMkLst>
        <pc:spChg chg="mod">
          <ac:chgData name="Bhuvana Meenakshi Koteeswaran" userId="fec373f544348829" providerId="LiveId" clId="{36C32F62-3DD6-40E5-AEE1-D452AEF9C736}" dt="2026-01-24T04:01:09.045" v="628" actId="20577"/>
          <ac:spMkLst>
            <pc:docMk/>
            <pc:sldMk cId="3632326553" sldId="2298"/>
            <ac:spMk id="5" creationId="{700D6D17-4899-3FEE-7DC2-9DFB3B023232}"/>
          </ac:spMkLst>
        </pc:spChg>
      </pc:sldChg>
      <pc:sldChg chg="addSp delSp modSp add mod ord">
        <pc:chgData name="Bhuvana Meenakshi Koteeswaran" userId="fec373f544348829" providerId="LiveId" clId="{36C32F62-3DD6-40E5-AEE1-D452AEF9C736}" dt="2026-01-24T04:06:36.300" v="700" actId="1076"/>
        <pc:sldMkLst>
          <pc:docMk/>
          <pc:sldMk cId="416209183" sldId="2299"/>
        </pc:sldMkLst>
        <pc:spChg chg="add mod">
          <ac:chgData name="Bhuvana Meenakshi Koteeswaran" userId="fec373f544348829" providerId="LiveId" clId="{36C32F62-3DD6-40E5-AEE1-D452AEF9C736}" dt="2026-01-24T04:06:36.300" v="700" actId="1076"/>
          <ac:spMkLst>
            <pc:docMk/>
            <pc:sldMk cId="416209183" sldId="2299"/>
            <ac:spMk id="5" creationId="{7989EF8A-2B2A-55DB-69BA-5AD5782C2B91}"/>
          </ac:spMkLst>
        </pc:spChg>
        <pc:spChg chg="mod">
          <ac:chgData name="Bhuvana Meenakshi Koteeswaran" userId="fec373f544348829" providerId="LiveId" clId="{36C32F62-3DD6-40E5-AEE1-D452AEF9C736}" dt="2026-01-24T04:06:30.836" v="699" actId="1076"/>
          <ac:spMkLst>
            <pc:docMk/>
            <pc:sldMk cId="416209183" sldId="2299"/>
            <ac:spMk id="10" creationId="{10BC9F5B-E276-E8A8-5D98-036CFD9454B6}"/>
          </ac:spMkLst>
        </pc:spChg>
        <pc:picChg chg="add del">
          <ac:chgData name="Bhuvana Meenakshi Koteeswaran" userId="fec373f544348829" providerId="LiveId" clId="{36C32F62-3DD6-40E5-AEE1-D452AEF9C736}" dt="2026-01-24T04:01:26.400" v="634" actId="478"/>
          <ac:picMkLst>
            <pc:docMk/>
            <pc:sldMk cId="416209183" sldId="2299"/>
            <ac:picMk id="2" creationId="{CAA6E735-94A2-D149-B53E-CCA36DCB97C9}"/>
          </ac:picMkLst>
        </pc:picChg>
      </pc:sldChg>
      <pc:sldChg chg="modSp add mod">
        <pc:chgData name="Bhuvana Meenakshi Koteeswaran" userId="fec373f544348829" providerId="LiveId" clId="{36C32F62-3DD6-40E5-AEE1-D452AEF9C736}" dt="2026-01-24T04:02:39.997" v="697" actId="12"/>
        <pc:sldMkLst>
          <pc:docMk/>
          <pc:sldMk cId="982321150" sldId="2300"/>
        </pc:sldMkLst>
        <pc:spChg chg="mod">
          <ac:chgData name="Bhuvana Meenakshi Koteeswaran" userId="fec373f544348829" providerId="LiveId" clId="{36C32F62-3DD6-40E5-AEE1-D452AEF9C736}" dt="2026-01-24T04:02:39.997" v="697" actId="12"/>
          <ac:spMkLst>
            <pc:docMk/>
            <pc:sldMk cId="982321150" sldId="2300"/>
            <ac:spMk id="5" creationId="{ED0884A2-72C8-3F69-6690-E4604B46E809}"/>
          </ac:spMkLst>
        </pc:spChg>
        <pc:spChg chg="mod">
          <ac:chgData name="Bhuvana Meenakshi Koteeswaran" userId="fec373f544348829" providerId="LiveId" clId="{36C32F62-3DD6-40E5-AEE1-D452AEF9C736}" dt="2026-01-24T04:02:34.127" v="695" actId="20577"/>
          <ac:spMkLst>
            <pc:docMk/>
            <pc:sldMk cId="982321150" sldId="2300"/>
            <ac:spMk id="10" creationId="{A37C5DFD-F208-B7FC-83B0-FF766C76B30A}"/>
          </ac:spMkLst>
        </pc:spChg>
      </pc:sldChg>
      <pc:sldChg chg="modSp add mod">
        <pc:chgData name="Bhuvana Meenakshi Koteeswaran" userId="fec373f544348829" providerId="LiveId" clId="{36C32F62-3DD6-40E5-AEE1-D452AEF9C736}" dt="2026-01-24T04:07:25.644" v="740" actId="1076"/>
        <pc:sldMkLst>
          <pc:docMk/>
          <pc:sldMk cId="3750629640" sldId="2301"/>
        </pc:sldMkLst>
        <pc:spChg chg="mod">
          <ac:chgData name="Bhuvana Meenakshi Koteeswaran" userId="fec373f544348829" providerId="LiveId" clId="{36C32F62-3DD6-40E5-AEE1-D452AEF9C736}" dt="2026-01-24T04:07:25.644" v="740" actId="1076"/>
          <ac:spMkLst>
            <pc:docMk/>
            <pc:sldMk cId="3750629640" sldId="2301"/>
            <ac:spMk id="5" creationId="{087CA98B-5D67-9E3D-FDF9-CA975231E21B}"/>
          </ac:spMkLst>
        </pc:spChg>
        <pc:spChg chg="mod">
          <ac:chgData name="Bhuvana Meenakshi Koteeswaran" userId="fec373f544348829" providerId="LiveId" clId="{36C32F62-3DD6-40E5-AEE1-D452AEF9C736}" dt="2026-01-24T04:07:20.816" v="739" actId="20577"/>
          <ac:spMkLst>
            <pc:docMk/>
            <pc:sldMk cId="3750629640" sldId="2301"/>
            <ac:spMk id="10" creationId="{EDB50740-3D65-B27F-49D0-7A6E083D3E8F}"/>
          </ac:spMkLst>
        </pc:spChg>
      </pc:sldChg>
      <pc:sldChg chg="addSp delSp modSp add mod">
        <pc:chgData name="Bhuvana Meenakshi Koteeswaran" userId="fec373f544348829" providerId="LiveId" clId="{36C32F62-3DD6-40E5-AEE1-D452AEF9C736}" dt="2026-01-24T04:20:53.208" v="819" actId="1076"/>
        <pc:sldMkLst>
          <pc:docMk/>
          <pc:sldMk cId="1855137496" sldId="2302"/>
        </pc:sldMkLst>
        <pc:spChg chg="del mod">
          <ac:chgData name="Bhuvana Meenakshi Koteeswaran" userId="fec373f544348829" providerId="LiveId" clId="{36C32F62-3DD6-40E5-AEE1-D452AEF9C736}" dt="2026-01-24T04:20:23.068" v="797" actId="478"/>
          <ac:spMkLst>
            <pc:docMk/>
            <pc:sldMk cId="1855137496" sldId="2302"/>
            <ac:spMk id="5" creationId="{B5CBAF44-ECCD-4AC8-B6B8-9AD713123438}"/>
          </ac:spMkLst>
        </pc:spChg>
        <pc:spChg chg="mod">
          <ac:chgData name="Bhuvana Meenakshi Koteeswaran" userId="fec373f544348829" providerId="LiveId" clId="{36C32F62-3DD6-40E5-AEE1-D452AEF9C736}" dt="2026-01-24T04:20:40.938" v="817" actId="20577"/>
          <ac:spMkLst>
            <pc:docMk/>
            <pc:sldMk cId="1855137496" sldId="2302"/>
            <ac:spMk id="10" creationId="{6B84FAE8-3C05-4F05-D7CB-1269C8E095FD}"/>
          </ac:spMkLst>
        </pc:spChg>
        <pc:picChg chg="add mod">
          <ac:chgData name="Bhuvana Meenakshi Koteeswaran" userId="fec373f544348829" providerId="LiveId" clId="{36C32F62-3DD6-40E5-AEE1-D452AEF9C736}" dt="2026-01-24T04:20:53.208" v="819" actId="1076"/>
          <ac:picMkLst>
            <pc:docMk/>
            <pc:sldMk cId="1855137496" sldId="2302"/>
            <ac:picMk id="2" creationId="{821EAAB6-62AA-047C-5811-2875C3C5574C}"/>
          </ac:picMkLst>
        </pc:picChg>
      </pc:sldChg>
      <pc:sldChg chg="modSp add mod">
        <pc:chgData name="Bhuvana Meenakshi Koteeswaran" userId="fec373f544348829" providerId="LiveId" clId="{36C32F62-3DD6-40E5-AEE1-D452AEF9C736}" dt="2026-01-24T04:21:08.699" v="820" actId="1076"/>
        <pc:sldMkLst>
          <pc:docMk/>
          <pc:sldMk cId="312184299" sldId="2303"/>
        </pc:sldMkLst>
        <pc:spChg chg="mod">
          <ac:chgData name="Bhuvana Meenakshi Koteeswaran" userId="fec373f544348829" providerId="LiveId" clId="{36C32F62-3DD6-40E5-AEE1-D452AEF9C736}" dt="2026-01-24T04:21:08.699" v="820" actId="1076"/>
          <ac:spMkLst>
            <pc:docMk/>
            <pc:sldMk cId="312184299" sldId="2303"/>
            <ac:spMk id="10" creationId="{655F0DF4-42FD-914B-3416-7C92557CB262}"/>
          </ac:spMkLst>
        </pc:spChg>
      </pc:sldChg>
      <pc:sldChg chg="modSp add mod">
        <pc:chgData name="Bhuvana Meenakshi Koteeswaran" userId="fec373f544348829" providerId="LiveId" clId="{36C32F62-3DD6-40E5-AEE1-D452AEF9C736}" dt="2026-01-24T04:09:10.253" v="771" actId="1076"/>
        <pc:sldMkLst>
          <pc:docMk/>
          <pc:sldMk cId="3556798554" sldId="2304"/>
        </pc:sldMkLst>
        <pc:spChg chg="mod">
          <ac:chgData name="Bhuvana Meenakshi Koteeswaran" userId="fec373f544348829" providerId="LiveId" clId="{36C32F62-3DD6-40E5-AEE1-D452AEF9C736}" dt="2026-01-24T04:09:10.253" v="771" actId="1076"/>
          <ac:spMkLst>
            <pc:docMk/>
            <pc:sldMk cId="3556798554" sldId="2304"/>
            <ac:spMk id="5" creationId="{7AE69965-FF6A-2E23-F214-58FAA98846E7}"/>
          </ac:spMkLst>
        </pc:spChg>
        <pc:spChg chg="mod">
          <ac:chgData name="Bhuvana Meenakshi Koteeswaran" userId="fec373f544348829" providerId="LiveId" clId="{36C32F62-3DD6-40E5-AEE1-D452AEF9C736}" dt="2026-01-24T04:08:45.118" v="765" actId="20577"/>
          <ac:spMkLst>
            <pc:docMk/>
            <pc:sldMk cId="3556798554" sldId="2304"/>
            <ac:spMk id="10" creationId="{D4AF307B-40F1-8B97-6AD3-1BCDF6FEE2D2}"/>
          </ac:spMkLst>
        </pc:spChg>
      </pc:sldChg>
      <pc:sldChg chg="addSp delSp modSp add mod">
        <pc:chgData name="Bhuvana Meenakshi Koteeswaran" userId="fec373f544348829" providerId="LiveId" clId="{36C32F62-3DD6-40E5-AEE1-D452AEF9C736}" dt="2026-01-24T04:22:34.018" v="851" actId="1076"/>
        <pc:sldMkLst>
          <pc:docMk/>
          <pc:sldMk cId="499019218" sldId="2305"/>
        </pc:sldMkLst>
        <pc:spChg chg="del">
          <ac:chgData name="Bhuvana Meenakshi Koteeswaran" userId="fec373f544348829" providerId="LiveId" clId="{36C32F62-3DD6-40E5-AEE1-D452AEF9C736}" dt="2026-01-24T04:22:10.360" v="841" actId="478"/>
          <ac:spMkLst>
            <pc:docMk/>
            <pc:sldMk cId="499019218" sldId="2305"/>
            <ac:spMk id="5" creationId="{15195FD8-2BCE-56F2-DB81-12B356C4C7FF}"/>
          </ac:spMkLst>
        </pc:spChg>
        <pc:spChg chg="mod">
          <ac:chgData name="Bhuvana Meenakshi Koteeswaran" userId="fec373f544348829" providerId="LiveId" clId="{36C32F62-3DD6-40E5-AEE1-D452AEF9C736}" dt="2026-01-24T04:22:02.438" v="839" actId="20577"/>
          <ac:spMkLst>
            <pc:docMk/>
            <pc:sldMk cId="499019218" sldId="2305"/>
            <ac:spMk id="10" creationId="{F96175DE-872B-8A08-B16B-0A83A937EAD8}"/>
          </ac:spMkLst>
        </pc:spChg>
        <pc:picChg chg="add mod">
          <ac:chgData name="Bhuvana Meenakshi Koteeswaran" userId="fec373f544348829" providerId="LiveId" clId="{36C32F62-3DD6-40E5-AEE1-D452AEF9C736}" dt="2026-01-24T04:22:34.018" v="851" actId="1076"/>
          <ac:picMkLst>
            <pc:docMk/>
            <pc:sldMk cId="499019218" sldId="2305"/>
            <ac:picMk id="2" creationId="{7FB94D2F-0E0F-5424-F14C-C8148CDDCADA}"/>
          </ac:picMkLst>
        </pc:picChg>
      </pc:sldChg>
      <pc:sldChg chg="addSp delSp modSp add mod">
        <pc:chgData name="Bhuvana Meenakshi Koteeswaran" userId="fec373f544348829" providerId="LiveId" clId="{36C32F62-3DD6-40E5-AEE1-D452AEF9C736}" dt="2026-01-24T04:22:29.763" v="850"/>
        <pc:sldMkLst>
          <pc:docMk/>
          <pc:sldMk cId="733315111" sldId="2306"/>
        </pc:sldMkLst>
        <pc:spChg chg="mod">
          <ac:chgData name="Bhuvana Meenakshi Koteeswaran" userId="fec373f544348829" providerId="LiveId" clId="{36C32F62-3DD6-40E5-AEE1-D452AEF9C736}" dt="2026-01-24T04:22:19.216" v="848" actId="20577"/>
          <ac:spMkLst>
            <pc:docMk/>
            <pc:sldMk cId="733315111" sldId="2306"/>
            <ac:spMk id="10" creationId="{3001F828-CC8A-2A2B-8658-D8C94EA2F923}"/>
          </ac:spMkLst>
        </pc:spChg>
        <pc:picChg chg="del">
          <ac:chgData name="Bhuvana Meenakshi Koteeswaran" userId="fec373f544348829" providerId="LiveId" clId="{36C32F62-3DD6-40E5-AEE1-D452AEF9C736}" dt="2026-01-24T04:22:21.219" v="849" actId="478"/>
          <ac:picMkLst>
            <pc:docMk/>
            <pc:sldMk cId="733315111" sldId="2306"/>
            <ac:picMk id="2" creationId="{7089F65E-DDC5-FD60-59CE-BE3436C6E4C1}"/>
          </ac:picMkLst>
        </pc:picChg>
        <pc:picChg chg="add mod">
          <ac:chgData name="Bhuvana Meenakshi Koteeswaran" userId="fec373f544348829" providerId="LiveId" clId="{36C32F62-3DD6-40E5-AEE1-D452AEF9C736}" dt="2026-01-24T04:22:29.763" v="850"/>
          <ac:picMkLst>
            <pc:docMk/>
            <pc:sldMk cId="733315111" sldId="2306"/>
            <ac:picMk id="4" creationId="{141C6553-E98B-61FC-C985-F31B2DD19979}"/>
          </ac:picMkLst>
        </pc:picChg>
      </pc:sldChg>
      <pc:sldChg chg="add">
        <pc:chgData name="Bhuvana Meenakshi Koteeswaran" userId="fec373f544348829" providerId="LiveId" clId="{36C32F62-3DD6-40E5-AEE1-D452AEF9C736}" dt="2026-01-24T04:22:38.343" v="852" actId="2890"/>
        <pc:sldMkLst>
          <pc:docMk/>
          <pc:sldMk cId="3668122694" sldId="2307"/>
        </pc:sldMkLst>
      </pc:sldChg>
      <pc:sldChg chg="addSp delSp modSp add mod">
        <pc:chgData name="Bhuvana Meenakshi Koteeswaran" userId="fec373f544348829" providerId="LiveId" clId="{36C32F62-3DD6-40E5-AEE1-D452AEF9C736}" dt="2026-01-24T04:23:11.254" v="864"/>
        <pc:sldMkLst>
          <pc:docMk/>
          <pc:sldMk cId="531781063" sldId="2308"/>
        </pc:sldMkLst>
        <pc:spChg chg="mod">
          <ac:chgData name="Bhuvana Meenakshi Koteeswaran" userId="fec373f544348829" providerId="LiveId" clId="{36C32F62-3DD6-40E5-AEE1-D452AEF9C736}" dt="2026-01-24T04:23:09.149" v="862" actId="20577"/>
          <ac:spMkLst>
            <pc:docMk/>
            <pc:sldMk cId="531781063" sldId="2308"/>
            <ac:spMk id="10" creationId="{BE057871-C1BA-6181-1BE2-10CC5F7ADD31}"/>
          </ac:spMkLst>
        </pc:spChg>
        <pc:picChg chg="add mod">
          <ac:chgData name="Bhuvana Meenakshi Koteeswaran" userId="fec373f544348829" providerId="LiveId" clId="{36C32F62-3DD6-40E5-AEE1-D452AEF9C736}" dt="2026-01-24T04:23:11.254" v="864"/>
          <ac:picMkLst>
            <pc:docMk/>
            <pc:sldMk cId="531781063" sldId="2308"/>
            <ac:picMk id="2" creationId="{565FEBAB-38C4-10E1-4401-3A765434FE80}"/>
          </ac:picMkLst>
        </pc:picChg>
        <pc:picChg chg="del">
          <ac:chgData name="Bhuvana Meenakshi Koteeswaran" userId="fec373f544348829" providerId="LiveId" clId="{36C32F62-3DD6-40E5-AEE1-D452AEF9C736}" dt="2026-01-24T04:23:10.756" v="863" actId="478"/>
          <ac:picMkLst>
            <pc:docMk/>
            <pc:sldMk cId="531781063" sldId="2308"/>
            <ac:picMk id="4" creationId="{3BD4FEA6-258B-7D7E-B285-E7D655A173CC}"/>
          </ac:picMkLst>
        </pc:picChg>
      </pc:sldChg>
      <pc:sldChg chg="add">
        <pc:chgData name="Bhuvana Meenakshi Koteeswaran" userId="fec373f544348829" providerId="LiveId" clId="{36C32F62-3DD6-40E5-AEE1-D452AEF9C736}" dt="2026-01-24T04:23:14.079" v="865" actId="2890"/>
        <pc:sldMkLst>
          <pc:docMk/>
          <pc:sldMk cId="1883226751" sldId="2309"/>
        </pc:sldMkLst>
      </pc:sldChg>
      <pc:sldChg chg="addSp delSp modSp add mod">
        <pc:chgData name="Bhuvana Meenakshi Koteeswaran" userId="fec373f544348829" providerId="LiveId" clId="{36C32F62-3DD6-40E5-AEE1-D452AEF9C736}" dt="2026-01-24T04:23:52.804" v="875"/>
        <pc:sldMkLst>
          <pc:docMk/>
          <pc:sldMk cId="4264921573" sldId="2310"/>
        </pc:sldMkLst>
        <pc:spChg chg="mod">
          <ac:chgData name="Bhuvana Meenakshi Koteeswaran" userId="fec373f544348829" providerId="LiveId" clId="{36C32F62-3DD6-40E5-AEE1-D452AEF9C736}" dt="2026-01-24T04:23:49.849" v="873" actId="20577"/>
          <ac:spMkLst>
            <pc:docMk/>
            <pc:sldMk cId="4264921573" sldId="2310"/>
            <ac:spMk id="10" creationId="{72DC238D-C25C-15A9-1289-7A559EA6F54F}"/>
          </ac:spMkLst>
        </pc:spChg>
        <pc:picChg chg="del">
          <ac:chgData name="Bhuvana Meenakshi Koteeswaran" userId="fec373f544348829" providerId="LiveId" clId="{36C32F62-3DD6-40E5-AEE1-D452AEF9C736}" dt="2026-01-24T04:23:52.401" v="874" actId="478"/>
          <ac:picMkLst>
            <pc:docMk/>
            <pc:sldMk cId="4264921573" sldId="2310"/>
            <ac:picMk id="2" creationId="{5382448A-7CB7-F14F-EEF7-4D52AB5AB437}"/>
          </ac:picMkLst>
        </pc:picChg>
        <pc:picChg chg="add mod">
          <ac:chgData name="Bhuvana Meenakshi Koteeswaran" userId="fec373f544348829" providerId="LiveId" clId="{36C32F62-3DD6-40E5-AEE1-D452AEF9C736}" dt="2026-01-24T04:23:52.804" v="875"/>
          <ac:picMkLst>
            <pc:docMk/>
            <pc:sldMk cId="4264921573" sldId="2310"/>
            <ac:picMk id="4" creationId="{DA8A5868-F6A7-0379-345E-97004FA1FD9A}"/>
          </ac:picMkLst>
        </pc:picChg>
      </pc:sldChg>
      <pc:sldChg chg="addSp delSp modSp add mod">
        <pc:chgData name="Bhuvana Meenakshi Koteeswaran" userId="fec373f544348829" providerId="LiveId" clId="{36C32F62-3DD6-40E5-AEE1-D452AEF9C736}" dt="2026-01-24T04:24:07.144" v="879"/>
        <pc:sldMkLst>
          <pc:docMk/>
          <pc:sldMk cId="3775341715" sldId="2311"/>
        </pc:sldMkLst>
        <pc:spChg chg="mod">
          <ac:chgData name="Bhuvana Meenakshi Koteeswaran" userId="fec373f544348829" providerId="LiveId" clId="{36C32F62-3DD6-40E5-AEE1-D452AEF9C736}" dt="2026-01-24T04:23:58.449" v="877" actId="20577"/>
          <ac:spMkLst>
            <pc:docMk/>
            <pc:sldMk cId="3775341715" sldId="2311"/>
            <ac:spMk id="10" creationId="{A8BB8177-8554-BA71-B7BA-671FAB007D3A}"/>
          </ac:spMkLst>
        </pc:spChg>
        <pc:picChg chg="add mod">
          <ac:chgData name="Bhuvana Meenakshi Koteeswaran" userId="fec373f544348829" providerId="LiveId" clId="{36C32F62-3DD6-40E5-AEE1-D452AEF9C736}" dt="2026-01-24T04:24:07.144" v="879"/>
          <ac:picMkLst>
            <pc:docMk/>
            <pc:sldMk cId="3775341715" sldId="2311"/>
            <ac:picMk id="2" creationId="{0B10232F-F86F-879D-81ED-F577F89A8A2B}"/>
          </ac:picMkLst>
        </pc:picChg>
        <pc:picChg chg="del">
          <ac:chgData name="Bhuvana Meenakshi Koteeswaran" userId="fec373f544348829" providerId="LiveId" clId="{36C32F62-3DD6-40E5-AEE1-D452AEF9C736}" dt="2026-01-24T04:23:59.601" v="878" actId="478"/>
          <ac:picMkLst>
            <pc:docMk/>
            <pc:sldMk cId="3775341715" sldId="2311"/>
            <ac:picMk id="4" creationId="{7ED3A6B1-C4E2-1C46-6F2F-1DD8417F58D8}"/>
          </ac:picMkLst>
        </pc:picChg>
      </pc:sldChg>
      <pc:sldChg chg="add">
        <pc:chgData name="Bhuvana Meenakshi Koteeswaran" userId="fec373f544348829" providerId="LiveId" clId="{36C32F62-3DD6-40E5-AEE1-D452AEF9C736}" dt="2026-01-24T04:24:09.594" v="880" actId="2890"/>
        <pc:sldMkLst>
          <pc:docMk/>
          <pc:sldMk cId="1432159747" sldId="2312"/>
        </pc:sldMkLst>
      </pc:sldChg>
      <pc:sldChg chg="addSp delSp modSp add mod">
        <pc:chgData name="Bhuvana Meenakshi Koteeswaran" userId="fec373f544348829" providerId="LiveId" clId="{36C32F62-3DD6-40E5-AEE1-D452AEF9C736}" dt="2026-01-24T04:24:27.649" v="900"/>
        <pc:sldMkLst>
          <pc:docMk/>
          <pc:sldMk cId="3240568216" sldId="2313"/>
        </pc:sldMkLst>
        <pc:spChg chg="mod">
          <ac:chgData name="Bhuvana Meenakshi Koteeswaran" userId="fec373f544348829" providerId="LiveId" clId="{36C32F62-3DD6-40E5-AEE1-D452AEF9C736}" dt="2026-01-24T04:24:25.406" v="898" actId="20577"/>
          <ac:spMkLst>
            <pc:docMk/>
            <pc:sldMk cId="3240568216" sldId="2313"/>
            <ac:spMk id="10" creationId="{175CD291-8930-382D-7499-4173F23FE5B2}"/>
          </ac:spMkLst>
        </pc:spChg>
        <pc:picChg chg="del">
          <ac:chgData name="Bhuvana Meenakshi Koteeswaran" userId="fec373f544348829" providerId="LiveId" clId="{36C32F62-3DD6-40E5-AEE1-D452AEF9C736}" dt="2026-01-24T04:24:27.358" v="899" actId="478"/>
          <ac:picMkLst>
            <pc:docMk/>
            <pc:sldMk cId="3240568216" sldId="2313"/>
            <ac:picMk id="2" creationId="{B214B5E4-392B-60EA-A8B6-809C00CFC8FE}"/>
          </ac:picMkLst>
        </pc:picChg>
        <pc:picChg chg="add mod">
          <ac:chgData name="Bhuvana Meenakshi Koteeswaran" userId="fec373f544348829" providerId="LiveId" clId="{36C32F62-3DD6-40E5-AEE1-D452AEF9C736}" dt="2026-01-24T04:24:27.649" v="900"/>
          <ac:picMkLst>
            <pc:docMk/>
            <pc:sldMk cId="3240568216" sldId="2313"/>
            <ac:picMk id="4" creationId="{32501975-D70B-0625-1EAD-EEAF3BBF179E}"/>
          </ac:picMkLst>
        </pc:picChg>
      </pc:sldChg>
      <pc:sldChg chg="addSp delSp modSp add mod">
        <pc:chgData name="Bhuvana Meenakshi Koteeswaran" userId="fec373f544348829" providerId="LiveId" clId="{36C32F62-3DD6-40E5-AEE1-D452AEF9C736}" dt="2026-01-24T04:25:22.368" v="928" actId="1076"/>
        <pc:sldMkLst>
          <pc:docMk/>
          <pc:sldMk cId="242807392" sldId="2314"/>
        </pc:sldMkLst>
        <pc:spChg chg="add mod">
          <ac:chgData name="Bhuvana Meenakshi Koteeswaran" userId="fec373f544348829" providerId="LiveId" clId="{36C32F62-3DD6-40E5-AEE1-D452AEF9C736}" dt="2026-01-24T04:25:22.368" v="928" actId="1076"/>
          <ac:spMkLst>
            <pc:docMk/>
            <pc:sldMk cId="242807392" sldId="2314"/>
            <ac:spMk id="5" creationId="{DE70556F-DFF6-C44F-C137-729DAB96DDCC}"/>
          </ac:spMkLst>
        </pc:spChg>
        <pc:spChg chg="add mod">
          <ac:chgData name="Bhuvana Meenakshi Koteeswaran" userId="fec373f544348829" providerId="LiveId" clId="{36C32F62-3DD6-40E5-AEE1-D452AEF9C736}" dt="2026-01-24T04:25:22.368" v="928" actId="1076"/>
          <ac:spMkLst>
            <pc:docMk/>
            <pc:sldMk cId="242807392" sldId="2314"/>
            <ac:spMk id="6" creationId="{39606576-A1AC-E493-21B0-2ED5C2ED2577}"/>
          </ac:spMkLst>
        </pc:spChg>
        <pc:spChg chg="mod">
          <ac:chgData name="Bhuvana Meenakshi Koteeswaran" userId="fec373f544348829" providerId="LiveId" clId="{36C32F62-3DD6-40E5-AEE1-D452AEF9C736}" dt="2026-01-24T04:24:59.101" v="923" actId="20577"/>
          <ac:spMkLst>
            <pc:docMk/>
            <pc:sldMk cId="242807392" sldId="2314"/>
            <ac:spMk id="10" creationId="{71E8EDE3-C516-6A7D-8265-AF4A967CBF89}"/>
          </ac:spMkLst>
        </pc:spChg>
        <pc:picChg chg="del">
          <ac:chgData name="Bhuvana Meenakshi Koteeswaran" userId="fec373f544348829" providerId="LiveId" clId="{36C32F62-3DD6-40E5-AEE1-D452AEF9C736}" dt="2026-01-24T04:25:01.210" v="924" actId="478"/>
          <ac:picMkLst>
            <pc:docMk/>
            <pc:sldMk cId="242807392" sldId="2314"/>
            <ac:picMk id="2" creationId="{90107FD9-1496-D0ED-EF61-20A09488B663}"/>
          </ac:picMkLst>
        </pc:picChg>
        <pc:picChg chg="add mod">
          <ac:chgData name="Bhuvana Meenakshi Koteeswaran" userId="fec373f544348829" providerId="LiveId" clId="{36C32F62-3DD6-40E5-AEE1-D452AEF9C736}" dt="2026-01-24T04:25:05.566" v="926" actId="1076"/>
          <ac:picMkLst>
            <pc:docMk/>
            <pc:sldMk cId="242807392" sldId="2314"/>
            <ac:picMk id="4" creationId="{9EBF62A1-518C-CDB9-B6F2-1ACF2B28FD22}"/>
          </ac:picMkLst>
        </pc:picChg>
      </pc:sldChg>
      <pc:sldMasterChg chg="delSldLayout">
        <pc:chgData name="Bhuvana Meenakshi Koteeswaran" userId="fec373f544348829" providerId="LiveId" clId="{36C32F62-3DD6-40E5-AEE1-D452AEF9C736}" dt="2026-01-24T03:53:09.735" v="433" actId="47"/>
        <pc:sldMasterMkLst>
          <pc:docMk/>
          <pc:sldMasterMk cId="2773710626" sldId="2147483648"/>
        </pc:sldMasterMkLst>
        <pc:sldLayoutChg chg="del">
          <pc:chgData name="Bhuvana Meenakshi Koteeswaran" userId="fec373f544348829" providerId="LiveId" clId="{36C32F62-3DD6-40E5-AEE1-D452AEF9C736}" dt="2026-01-24T03:53:06.850" v="421" actId="47"/>
          <pc:sldLayoutMkLst>
            <pc:docMk/>
            <pc:sldMasterMk cId="2773710626" sldId="2147483648"/>
            <pc:sldLayoutMk cId="4250457080" sldId="2147483672"/>
          </pc:sldLayoutMkLst>
        </pc:sldLayoutChg>
        <pc:sldLayoutChg chg="del">
          <pc:chgData name="Bhuvana Meenakshi Koteeswaran" userId="fec373f544348829" providerId="LiveId" clId="{36C32F62-3DD6-40E5-AEE1-D452AEF9C736}" dt="2026-01-24T03:53:08.032" v="425" actId="47"/>
          <pc:sldLayoutMkLst>
            <pc:docMk/>
            <pc:sldMasterMk cId="2773710626" sldId="2147483648"/>
            <pc:sldLayoutMk cId="4105630440" sldId="2147483673"/>
          </pc:sldLayoutMkLst>
        </pc:sldLayoutChg>
        <pc:sldLayoutChg chg="del">
          <pc:chgData name="Bhuvana Meenakshi Koteeswaran" userId="fec373f544348829" providerId="LiveId" clId="{36C32F62-3DD6-40E5-AEE1-D452AEF9C736}" dt="2026-01-24T03:44:22.285" v="279" actId="47"/>
          <pc:sldLayoutMkLst>
            <pc:docMk/>
            <pc:sldMasterMk cId="2773710626" sldId="2147483648"/>
            <pc:sldLayoutMk cId="1345876277" sldId="2147483674"/>
          </pc:sldLayoutMkLst>
        </pc:sldLayoutChg>
        <pc:sldLayoutChg chg="del">
          <pc:chgData name="Bhuvana Meenakshi Koteeswaran" userId="fec373f544348829" providerId="LiveId" clId="{36C32F62-3DD6-40E5-AEE1-D452AEF9C736}" dt="2026-01-24T03:53:08.920" v="429" actId="47"/>
          <pc:sldLayoutMkLst>
            <pc:docMk/>
            <pc:sldMasterMk cId="2773710626" sldId="2147483648"/>
            <pc:sldLayoutMk cId="2610303454" sldId="2147483675"/>
          </pc:sldLayoutMkLst>
        </pc:sldLayoutChg>
        <pc:sldLayoutChg chg="del">
          <pc:chgData name="Bhuvana Meenakshi Koteeswaran" userId="fec373f544348829" providerId="LiveId" clId="{36C32F62-3DD6-40E5-AEE1-D452AEF9C736}" dt="2026-01-24T03:53:09.735" v="433" actId="47"/>
          <pc:sldLayoutMkLst>
            <pc:docMk/>
            <pc:sldMasterMk cId="2773710626" sldId="2147483648"/>
            <pc:sldLayoutMk cId="2941691317" sldId="214748367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2933D-FFE8-4CA6-A1AF-590B532CD4A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DC818E-CED8-4B80-85CB-D91A9C826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433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Academic notes for: . This slide should be explained with focus on departmental academic performance, governance, and advisory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C9634-7EE3-706F-03E8-670BA241F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B69E8-2FCD-F8E8-AA22-9960933831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D0846-2135-A344-5D1C-089D71213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28F0-15D9-3846-72D9-DD2D78C32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52700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47030-7493-67E4-B88F-B6DF72C18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4057F2-1B5E-C207-3F54-E0C3820449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5F6D3-B252-E629-2F35-A8C1741EA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2AFB5-EF06-BA1E-E86A-027D15DFA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05028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42AFD-1CA9-DC67-25F7-3BF6E1D3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BE501B-5D64-6D37-83EE-6E5630AD38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B5FB9-704A-A448-99B7-AC9F23F94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4CE1F-5143-2CE7-3C8F-5ADBE5748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01650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E2502-14C5-9AB8-6666-B4662D0AC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78D92-E896-661C-FD6D-0525FEA1D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3B44C8-C67B-8D37-0C2E-E86A04133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DE957-194E-28E2-7B7F-7044425C2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8918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AB9F-CD28-114C-E553-897E090E2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89B2D-1153-6684-BC96-51F234A353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FB87D4-21F3-683B-7FCC-38FFA990C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C2B51-0F52-A51A-AB79-290B31980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33949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59B19-AD8B-579B-E586-A6F9FCCAC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3E5C0-0B06-1F18-A78D-3EFAE7E6ED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71534-0DC0-C2FE-3360-072C901547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B44A6-12C7-FD67-4962-BC09614C4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611588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EEBE4-E65B-761E-B9EC-C314B318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798F2-31C9-982C-8BCF-94101D0F75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D4C80-7B8C-8BF6-0B7D-07C80656BF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E75BC-2EDB-E316-D236-02EC681545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93251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16801-DF45-69F8-5804-4E3B1A897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7FD4FF-DAEA-0922-DFBA-672FE2B0FA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88770-433A-7425-F101-D83B7ACFB3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EC8D2-F5C6-139D-EB0B-102C1D2D5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522839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14078-7C07-2098-7B07-F3BBE4E68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123C8E-D5CE-AE01-7BBE-9D2B3A7C54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1930ED-5F77-7CBB-207F-D8C56A6B8E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E3654-1DF6-1BF6-A56E-7A90379EA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14627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7FBA5-6819-0918-EC48-2AC1F9AC0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600F77-E021-D817-B302-959FE6AF69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5CF92-0703-DBA0-1CDC-5842FDF081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EF8FD-CE8C-6CD2-D64F-A3AC642A2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450949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3EA31-6EDF-6F88-8983-CCAB86136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E991B-4F13-2A0D-59A8-97D1DED11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25130-1984-A3AC-1E44-9536CA3E6C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430A7-0B55-331B-49BC-ADBF3A042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66224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DAB60-076B-34EF-EB09-6097416EE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AD438-1812-C06A-FF23-CDA6622B83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B3762-2803-55E8-B2BE-D032232973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8BEDE-B087-9AEC-780D-650B39BB2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810493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7D1DC-D566-380C-F5BE-BF233B64D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8BECB-44E9-D6BE-89D7-86A6AE7BD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F7613-1138-D03F-43AA-69F204982C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4078D-16FF-23C2-64AE-02BF93B9F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566270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15B4E-AAE3-0604-84E6-50BD29A44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1D27E3-AF66-31F9-C3FB-67B5B54A5A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38F09C-1866-6FD2-AA7C-BD05FF3A8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A8AF6-1993-BE80-2167-F1707C47E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702461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F4F9A-12E0-0058-C715-AEEBC743D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CBBF14-3DD7-9657-FCF6-EE389FADB0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D203D3-0F73-4498-E880-B56ACB58A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ADBCC-1484-5871-350D-76F8782CC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675387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693C0-630A-71AA-8F11-59A72AD83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FE1DE-F923-5ACD-61F7-2D4FB50F8C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E0ABC-1B6A-CC8E-E338-31517FB387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46547-AF33-5FB6-8532-480FAA755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278267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34DB8-D1BA-4CD6-C60A-38EF6B63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450BD-16B1-D5A0-83D6-FA161C3BEE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720DFE-13DB-CB0D-37CE-17724B071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637E3-B25B-45C6-C3FD-BD95D68FE0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344156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CAA0C-2A84-537B-66AF-FF17DE7B7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FEF0B-591D-6D34-922E-399DEE9AA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83C5F-9A27-8020-A18C-071622B703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87AFE-20D9-C340-D87B-B89392DD49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382062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14041-CC2D-790F-A210-4435F6E4A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C2216D-C57F-6476-65EF-AFAEC9F51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53941-D2AB-48D5-503C-A0E5AAA673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20B86-6066-88CB-A769-FD6F6D099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789953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F7BDF-3AF2-2B0D-7F16-4413D098C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6812E9-FC8F-BF61-2385-3B5E523CF1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FCAEE-3943-5CCC-58B6-01A9379C36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A060B-D0F1-2A94-DEC6-91928ACCC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828665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7DF58-5042-FC0A-4EC2-EF97104F5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28AE52-9F40-4E6E-A21D-9FD5E7FA7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F9EA44-20D5-532C-45F6-B2EAB2D059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7440E-0FB4-F515-5EF2-7E2186CD8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010917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DCBBA-F6A0-9074-541A-1070AF5F0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1FECA-4A6A-7116-8A26-90A859C827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66303-D537-3CEB-BDFD-B715C4D09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AFFF6-8658-E9FB-FEA7-67638AEE2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8374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75F58-989D-2886-81B0-61D720BD3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247824-A097-8C86-FEAE-851EEC060E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9DFA2-CF55-6744-B835-6BD42B21A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19CCD-EE95-686D-0631-B78382401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981454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10B5F-4001-E958-8BB9-FADBB4E2C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A7F5E-F230-0DAD-4D7B-00CB6CE2CC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A9D04-AD63-8AB8-D06F-1ECEBF6EE1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CC35E-E760-C17F-99DC-2C28785FC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619999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01B16-C76D-DAC4-4094-70242F4D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A2AF6-3ED4-D8F0-AF92-CE7860B6DD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FF473-887D-837F-73AD-52665DB39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08B09-E846-CABD-EA32-D069F57B3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169566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44E5C-BB1F-F6A4-EB71-CC7431B03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137EB-6C65-5FD7-B122-929626BF5B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A49B4-9248-C3A7-9EFF-F02751C04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05B5A-A737-7688-C397-3860E8500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877275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F8DC9-FE2B-6556-AF54-B3B44D5A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51C7E8-0EDA-F075-848F-FA369151FC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56D56C-F3EC-A4E1-4306-567981F62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82A85-AF7D-5E1A-4908-01B2C1AB2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144500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8F30A-AC8E-DD9B-620F-4ACFB6BCF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6D50B-B876-CC96-06C6-F0AF90E726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E16073-9125-0BFC-C3E3-300D3DC0D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591C7-89E2-4522-F376-7DF1C09048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912926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D0CB0-F4C5-7D28-295C-C943D9D9C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21E9B-AFF4-C3FD-05D3-C1EC16A1C5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8F518-C0C8-5238-526F-30FB1019A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F16E9-A81B-FEE3-4B60-D630E2B85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274223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005F1-35B5-C1BF-CFD0-32BBA7248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6F599-A784-C735-0125-CA8D7E1B8C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C4A64-0744-4CEF-5F11-8CAE90B214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5CF75-3656-37B8-94EB-A7B33BD9B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978203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317DE-412D-E09A-D5A8-E7FB827AD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E4C95-A284-4EC3-C128-E98F99AF70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DECC4-1163-1002-9C32-5C4308D2E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546C8-FD51-A0A1-13A1-ED2D16FBA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260230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E123-3AB9-A61D-049C-9E2E0B87F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496329-5773-E047-0D9D-28BD67B36A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F78FF-0630-DAF4-4323-AC3E7B7FD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FB67C-BB93-6735-BA06-952FB57177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02726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F2AAE-501B-C7F5-C17C-7AB66202B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19470F-B14E-3D82-26AA-3F78F9BB3C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006C2-FBBD-4767-2366-29F6676FB8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53D6A-7277-9BDF-C5A5-40E1B0138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937623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C6FAC-D4D0-1DE9-78F1-BF8DD504C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5D9671-F11D-77A1-FCA1-3446AA4E70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A50D2A-A2EE-6754-F406-D892215605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C1967-2B9B-27DE-DB33-7EAD09854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340906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07563-BE52-E298-DFD6-90AB87913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3DC20-65F3-5EEA-DFB1-6FFB163F49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1A1A48-3559-9702-387A-00980248F4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435A0-8B8E-3058-614A-4925B64B1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2955144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21727-367A-0150-8071-7CDB1220F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90A02-A502-1958-683C-F7B77D78E6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72901-E42F-A122-D922-C99F2C1BB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6466F-8771-300B-88A3-E0540B3A4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4981901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54387-5509-F887-13CB-01B7CED70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40920-6AB8-204F-A092-9D703F11A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9D133-4C17-432D-C990-322F730165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3A5BD-BDB9-3E87-DC9D-8F875DF25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0960400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B9218-4F0E-AD92-6C9F-349B01E6C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785F7-77E6-D3E0-D610-7207ED5B09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3182A-107C-397B-C241-116DDC32D8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Overview of new or updated electives.</a:t>
            </a:r>
          </a:p>
          <a:p>
            <a:r>
              <a:rPr lang="en-US"/>
              <a:t>Alignment with emerging technologies and industry requirements.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2EC2A-57C8-A366-EAE9-EE47E4090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88094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CC22B-BFD7-59B5-E6E4-3A0463806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6DF25-6487-8EBA-0CE2-8A462E693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69F90-E34B-1550-EAD1-520076C19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8005E-0E6E-4CEE-905B-D8AFC8FA80F3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BA9D5-80D7-388B-1F9E-AAA88BB2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0211B-4D86-B7E1-D668-35F86481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82EB-1A06-4BDC-BD9B-6A64F8377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54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ECD38-FC9A-B74E-3A8E-BD9037560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9C9DD-9DE3-6F72-E9F3-417FDB08E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A6528-95FF-6A2D-E8B6-2E73D7279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618AA-0924-4017-90B4-7E826D950D77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1EA61-CCB7-801E-E86D-E039551D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61304-B203-913A-1841-E68F2C42A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82EB-1A06-4BDC-BD9B-6A64F8377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A658B-EB50-D257-02A6-A3149408B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B2E14-BB7E-F5B6-DC92-C685B5DF9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81352-D894-9A4D-F740-DD8D1376B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F119-0FEB-4CE7-B399-047CB54E9093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F3CBE-B15B-5C66-48AC-4E8965523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B5923-5A4B-60A8-0BA9-0C50BAC46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82EB-1A06-4BDC-BD9B-6A64F8377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220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1162A-4D54-C56A-5D9E-F95B3BB60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687ED-8D9C-78F3-BC82-1A9A821554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CB3D3-6E25-9877-6192-B052667F6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4169F-24B5-F6AA-6D5C-18132FACB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E46C-687F-4893-A505-92620E6B18FC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5096B-A107-5670-4A30-7F1FE70E4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 MEETING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DE6AA-8FC8-F6EE-4349-1559FA67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82EB-1A06-4BDC-BD9B-6A64F8377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53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3DA18-D2D8-FBDF-8E8A-B9B71FAF5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19AC3-3E65-E356-3F09-1EA862945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F14E5-DC26-710E-50CD-8CB31DEFA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F721D1-EE97-4055-4ADD-75E2AF774E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59F388-F112-FDD4-6FF9-8AD078B50C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9230D3-A2DB-2D5D-51C3-DF222638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02518-9464-4655-93A1-9D93A016954F}" type="datetime1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44A5B9-33DC-7D8B-D49E-19D45A0AF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 MEETING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F53842-F613-28F0-CF40-CA186CF1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82EB-1A06-4BDC-BD9B-6A64F8377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161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28B6A-0A93-3041-52D9-8F3FC9A9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DF3B2-9677-0EB0-FA10-3CB415EEA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8EFD-DB43-4897-8428-71A111BE5C39}" type="datetime1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0B7F49-CC86-AAF4-558C-67FFF3B11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 MEETING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CC0EE6-AF10-3F1C-6EFC-C0B139C6D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82EB-1A06-4BDC-BD9B-6A64F8377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79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F2C299-30B1-34A0-5983-AFAF2D95D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C64A-0EE4-4419-9433-E1E2139A4562}" type="datetime1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D2EA8A-DB46-B731-07F6-8D03AE79C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 MEETING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3F27B-347C-DBBF-6E2C-595732599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82EB-1A06-4BDC-BD9B-6A64F8377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714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4DD8-FB76-D52F-19A2-99FA753DC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DAD3C-4E23-A470-4605-ABB36BF0B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BDF1B-85D2-51F2-8FE8-DF4D90266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B5DD0-AEBD-5460-BFFD-3102AA3DE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A94A1-49E9-4875-BDCD-41B48B9B3BEE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90903-7A86-450D-FED8-BF86C7C85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 MEETING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5523FC-618A-DB4C-D8FB-4476AEEB4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82EB-1A06-4BDC-BD9B-6A64F8377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85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5CB91-6153-F305-B55B-F8C88224A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6A381-4349-59D6-E3F9-F832CBE5D7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5B3D38-46BE-8FEF-5FC0-640C4AFCE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BECB9-2984-DB76-B9A1-24717DBA3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40989-905D-4EAB-8BBC-BFD002E5375F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55AC1-6567-26B9-4FBA-D8BF822B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 MEETING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9F14E-B025-1565-D29B-94131E0F4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82EB-1A06-4BDC-BD9B-6A64F8377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91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55FEE-669F-8ABB-2CD7-53742512A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8BEE2-12E0-8ABA-6284-32D5B52A3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BC36F-6CAA-5193-C8F0-1951B8EE8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B92F-CFA3-40B1-BA99-F0F2AB2E7B79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2109F-43DD-CFD4-76BD-1F05C6166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931F0-1B69-6833-9158-51ADD2BCA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82EB-1A06-4BDC-BD9B-6A64F8377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01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753425-9E17-7E8B-7B27-8AA9596EC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45475-F6E4-D85A-D4AC-1AEAA99C0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C2343-121D-BAD9-8743-B0A6D08EA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CC955-B9F8-4727-B6ED-DDE27DD90E8E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357B2-EDC4-40D9-24F7-DF511B49A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46AA4-149B-FB9F-DFAF-6E5E229E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82EB-1A06-4BDC-BD9B-6A64F8377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74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DB3AA-A937-3C35-C85F-B4F444C95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E44BB4-ADEE-0D43-4490-69A37FEF3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BF040-53E7-ED11-2FC6-59D5A2275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9DC89-BBD9-4244-AFC4-05D1821C7482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6D2BD-E2DB-FEEF-DA52-02F94B619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BoS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5BE46-6402-69B7-5AE7-F5F490679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1722-5FF5-4F86-A61E-41B53F161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762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ADA8E-7850-0A88-9419-83CD2C6F0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8D7A2-A0D0-86DF-E4AA-FC555FF8F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DABAF-23E3-44D7-EF61-C5433B9E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A6CD0-D551-4407-A784-2CAC38A8E10F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4DA69-4340-BF23-9087-3BEC087DD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BoS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16CD4-8385-8FFD-2B5F-085FC0016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1722-5FF5-4F86-A61E-41B53F161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69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D6CBB-C53C-52CF-5EED-C23B4D82F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2AB2B-2BFF-E332-689C-44B886165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142A1-B0CD-9302-2FF5-F60F5BD1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B099-A688-4BBD-A7D6-D7DCBD26D1BD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838C1-F0CF-CEF0-7F28-AA5082B82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BoS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47886-D804-4B94-ECF4-29C009FF1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1722-5FF5-4F86-A61E-41B53F161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7611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B452E-68CA-DABC-AB1D-00675AE2F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DD1F0-8F25-7DAF-3E49-624BF2335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E1548-F384-7193-82A5-E2C88DDD5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42FAD-4946-EF6C-09D2-AC9DFD5D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4C8A6-2AC3-4246-BE70-132048FBD20C}" type="datetime1">
              <a:rPr lang="en-US" smtClean="0"/>
              <a:t>1/24/2026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E1A39-7EEA-F63B-0AD2-C6AEF8306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BoS MEETING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67318-C0E3-FBCD-330E-E64C7C10B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1722-5FF5-4F86-A61E-41B53F161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1529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745F0-99E1-C38B-6080-1459A5A6C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0EAEA-8D7B-57F6-D63A-AAB4A8766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39427-F690-7BAD-B277-F0421AF07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9EEBCA-04BF-6510-4AB5-1DD6105923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A914BD-80AC-3F5E-6154-A58EFFD4B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FBACA7-256E-E95B-1D4D-B0F7DE76D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C240-C7EB-4E32-8526-3957CAB2B788}" type="datetime1">
              <a:rPr lang="en-US" smtClean="0"/>
              <a:t>1/24/2026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D17508-FD3D-773B-DA90-DFA78CBC0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BoS MEETING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16716B-BDE1-E0F0-DE8E-93383B39D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1722-5FF5-4F86-A61E-41B53F161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1869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B1D63-85DB-E4CF-8FE3-F6066E720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104FC3-9375-52B8-5D9C-FE6EFFF8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5AA2C-37CE-475E-AE08-E65F2BC37FF3}" type="datetime1">
              <a:rPr lang="en-US" smtClean="0"/>
              <a:t>1/24/2026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441C3-FCC8-E3D1-CE4E-BB81C9A9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BoS MEETING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375EA1-5D4C-7FC3-8C46-E59C0D43A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1722-5FF5-4F86-A61E-41B53F161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315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89B875-947D-A0BA-C735-3179CFD00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F569-5BC3-41F6-93D1-E080DAC25599}" type="datetime1">
              <a:rPr lang="en-US" smtClean="0"/>
              <a:t>1/24/2026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F3F3BE-075B-CB59-4006-F5486E919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BoS MEETING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2BE90-41AC-1A81-2D85-A42E4FB6D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1722-5FF5-4F86-A61E-41B53F161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724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E643-15B1-72F8-86B7-1BA1020CF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EEA87-81A4-FED9-7296-5BFFCA68F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FE9903-23C4-B94F-B82E-91E892C77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FE574-E457-AB84-7BFD-75820BE5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59CB6-A494-42C2-8822-A70E4B08E420}" type="datetime1">
              <a:rPr lang="en-US" smtClean="0"/>
              <a:t>1/24/2026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D8A38-6197-DAB4-2968-162FF5790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BoS MEETING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63D9B-19FD-4749-5EA2-F66FE537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1722-5FF5-4F86-A61E-41B53F161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4413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01600-4373-A501-87CB-62A5D5795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FD038E-1DF3-59D3-F5B0-2ABA6EEA83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4F525-AC38-FCFB-79BE-39E22C0A8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E3715-0441-FF6E-2AD9-55AC66D31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EB08-88A6-49B6-8295-C35433E9A9D1}" type="datetime1">
              <a:rPr lang="en-US" smtClean="0"/>
              <a:t>1/24/2026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3C547-0CA4-F87E-B4CB-0E431F50B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BoS MEETING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0E509-CAB4-34AD-185C-B1E343CEC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1722-5FF5-4F86-A61E-41B53F161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5668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1F57B-82E4-0C3D-7433-2D12F1C65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067F4A-1479-05EB-344C-6FF5BE0E9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C0437-08A6-69C9-2D77-A6356E159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7E1C1-0C93-4946-B665-0899F3096FEA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7859E-38B8-0FF2-FA3B-3B2CF2A33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BoS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EB096-7050-9E7E-5E48-78E722BFB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1722-5FF5-4F86-A61E-41B53F161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947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0EA104-DB01-E4BE-DAB2-056DC2A91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D8DFE0-E91E-7866-4170-AF4D19203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95D6C-F640-E11F-CC16-4ABB5A627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84761-C716-4976-8971-50EE99972304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FDEE4-37BB-39D0-9777-630C98AB6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BoS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489F2-8D0C-E4D2-BA19-E10E0579F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B1722-5FF5-4F86-A61E-41B53F161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420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3A87AB-8FA1-B225-0FBE-AAE086B22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996BF-5DEA-39E3-E6D2-3E4AF2663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729D2-9E4F-D8A8-5A02-9EE92F679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4B3539-3F4D-4D09-805E-E053C54F6DF4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0771F-4D54-7449-1E87-DF1BAD220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BoS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57AE6-7107-8026-DDB1-CE395ED3B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9882EB-1A06-4BDC-BD9B-6A64F8377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10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2220E5-B0BC-FF22-670A-3AC0BD7B7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13891-3352-6169-1C9B-7B25745ED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6F60A-E3E4-4C0A-BBDB-2349FD7F1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15F9A6-5F4B-4ED4-A3C3-C001C2138B02}" type="datetime1">
              <a:rPr lang="en-US" smtClean="0"/>
              <a:t>1/24/2026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BCD65-94EC-A3B0-92C4-578B1BEE5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BoS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261AF-82EE-0FA8-0D8C-EE904D89E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B1722-5FF5-4F86-A61E-41B53F161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62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AC315-9199-39C7-A9DA-2FC6D65E74F8}"/>
              </a:ext>
            </a:extLst>
          </p:cNvPr>
          <p:cNvSpPr txBox="1">
            <a:spLocks/>
          </p:cNvSpPr>
          <p:nvPr/>
        </p:nvSpPr>
        <p:spPr>
          <a:xfrm>
            <a:off x="574117" y="1565148"/>
            <a:ext cx="11489375" cy="52068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accent1">
                    <a:lumMod val="76000"/>
                  </a:schemeClr>
                </a:solidFill>
                <a:latin typeface="Montserrat"/>
              </a:rPr>
              <a:t>Package, Interface and Exception Handling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38AC0-178B-616B-F8E7-160FF8A2973A}"/>
              </a:ext>
            </a:extLst>
          </p:cNvPr>
          <p:cNvSpPr txBox="1">
            <a:spLocks/>
          </p:cNvSpPr>
          <p:nvPr/>
        </p:nvSpPr>
        <p:spPr>
          <a:xfrm>
            <a:off x="1771545" y="2606491"/>
            <a:ext cx="8890519" cy="8175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2">
                    <a:lumMod val="49000"/>
                  </a:schemeClr>
                </a:solidFill>
                <a:latin typeface="Montserrat"/>
              </a:rPr>
              <a:t>24CSP012- Java Programming</a:t>
            </a:r>
            <a:endParaRPr lang="en-US" sz="2400" dirty="0">
              <a:solidFill>
                <a:schemeClr val="accent2">
                  <a:lumMod val="49000"/>
                </a:schemeClr>
              </a:solidFill>
              <a:latin typeface="Montserra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C2034-86E1-0C64-A079-E22DFB9BD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5119-0E14-4F0A-AA2F-1CCB13CCCE7B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04886-E6C9-C98B-825A-A6936FE8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C8880-D205-E4FE-4D79-F4068BB76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82EB-1A06-4BDC-BD9B-6A64F837743F}" type="slidenum">
              <a:rPr lang="en-US" smtClean="0"/>
              <a:t>1</a:t>
            </a:fld>
            <a:endParaRPr lang="en-US"/>
          </a:p>
        </p:txBody>
      </p:sp>
      <p:pic>
        <p:nvPicPr>
          <p:cNvPr id="8" name="Picture 7" descr="A close-up of a logo&#10;&#10;Description automatically generated">
            <a:extLst>
              <a:ext uri="{FF2B5EF4-FFF2-40B4-BE49-F238E27FC236}">
                <a16:creationId xmlns:a16="http://schemas.microsoft.com/office/drawing/2014/main" id="{3E209B61-4E34-2A7D-ECC6-A26C88328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674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DDE1A4-91F6-82DD-1498-17BD7B8BE237}"/>
              </a:ext>
            </a:extLst>
          </p:cNvPr>
          <p:cNvSpPr txBox="1"/>
          <p:nvPr/>
        </p:nvSpPr>
        <p:spPr>
          <a:xfrm>
            <a:off x="2125980" y="1508760"/>
            <a:ext cx="8766810" cy="416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2C0AC7-0EE7-1382-A210-30F8ED3C7634}"/>
              </a:ext>
            </a:extLst>
          </p:cNvPr>
          <p:cNvSpPr txBox="1"/>
          <p:nvPr/>
        </p:nvSpPr>
        <p:spPr>
          <a:xfrm>
            <a:off x="255270" y="1882737"/>
            <a:ext cx="1168145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3600" b="1" dirty="0">
                <a:solidFill>
                  <a:schemeClr val="accent4">
                    <a:lumMod val="50000"/>
                  </a:schemeClr>
                </a:solidFill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Packages in Java</a:t>
            </a:r>
            <a:endParaRPr lang="en-GB" sz="4400" b="1" dirty="0">
              <a:solidFill>
                <a:schemeClr val="accent4">
                  <a:lumMod val="50000"/>
                </a:schemeClr>
              </a:solidFill>
              <a:latin typeface="Aptos"/>
              <a:ea typeface="Cambria"/>
              <a:cs typeface="Times New Roman"/>
            </a:endParaRPr>
          </a:p>
        </p:txBody>
      </p:sp>
      <p:pic>
        <p:nvPicPr>
          <p:cNvPr id="10" name="Picture 9" descr="A close-up of a logo&#10;&#10;Description automatically generated">
            <a:extLst>
              <a:ext uri="{FF2B5EF4-FFF2-40B4-BE49-F238E27FC236}">
                <a16:creationId xmlns:a16="http://schemas.microsoft.com/office/drawing/2014/main" id="{277BC1FF-3B82-7766-C7F6-0173001E6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1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1D7A6-D296-A78B-4816-99ECCC515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9A2EE-0AC2-E772-3C7A-7C7A88E6E12B}"/>
              </a:ext>
            </a:extLst>
          </p:cNvPr>
          <p:cNvSpPr txBox="1">
            <a:spLocks/>
          </p:cNvSpPr>
          <p:nvPr/>
        </p:nvSpPr>
        <p:spPr>
          <a:xfrm>
            <a:off x="177081" y="90435"/>
            <a:ext cx="8217480" cy="112471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What is a Package?</a:t>
            </a:r>
          </a:p>
        </p:txBody>
      </p: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0843DB0D-C9C4-DC45-E8B6-72B30E350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44AEFD-83AA-5D41-10CE-BD812D5DA916}"/>
              </a:ext>
            </a:extLst>
          </p:cNvPr>
          <p:cNvSpPr txBox="1"/>
          <p:nvPr/>
        </p:nvSpPr>
        <p:spPr>
          <a:xfrm>
            <a:off x="944544" y="1899028"/>
            <a:ext cx="964641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2000505000000020004" pitchFamily="2" charset="0"/>
              </a:rPr>
              <a:t>A package is a namespace that organizes related classes and interfaces.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2000505000000020004" pitchFamily="2" charset="0"/>
              </a:rPr>
              <a:t>Helps avoid class name conflicts.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2000505000000020004" pitchFamily="2" charset="0"/>
              </a:rPr>
              <a:t>Makes locating and using classes easier.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2000505000000020004" pitchFamily="2" charset="0"/>
              </a:rPr>
              <a:t>Supports access protection and reusability.</a:t>
            </a:r>
          </a:p>
        </p:txBody>
      </p:sp>
    </p:spTree>
    <p:extLst>
      <p:ext uri="{BB962C8B-B14F-4D97-AF65-F5344CB8AC3E}">
        <p14:creationId xmlns:p14="http://schemas.microsoft.com/office/powerpoint/2010/main" val="776685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97808-898A-B36F-57E9-1E580AAAB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7F1D7-4930-4039-9C6F-0824624AFFBE}"/>
              </a:ext>
            </a:extLst>
          </p:cNvPr>
          <p:cNvSpPr txBox="1">
            <a:spLocks/>
          </p:cNvSpPr>
          <p:nvPr/>
        </p:nvSpPr>
        <p:spPr>
          <a:xfrm>
            <a:off x="317758" y="136525"/>
            <a:ext cx="8217480" cy="112471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Defining a Package</a:t>
            </a:r>
          </a:p>
        </p:txBody>
      </p: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E7FF151C-B7F0-76ED-D24B-45CB8EF92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A650A7-BE7E-8823-3A02-0A17446D2977}"/>
              </a:ext>
            </a:extLst>
          </p:cNvPr>
          <p:cNvSpPr txBox="1"/>
          <p:nvPr/>
        </p:nvSpPr>
        <p:spPr>
          <a:xfrm>
            <a:off x="713432" y="1504521"/>
            <a:ext cx="9646419" cy="4337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Montserrat" panose="02000505000000020004" pitchFamily="2" charset="0"/>
              </a:rPr>
              <a:t>Use the 'package' keyword at the top of the file.</a:t>
            </a:r>
          </a:p>
          <a:p>
            <a:r>
              <a:rPr lang="en-US" sz="2400" dirty="0">
                <a:latin typeface="Montserrat" panose="02000505000000020004" pitchFamily="2" charset="0"/>
              </a:rPr>
              <a:t>Place compiled class file inside corresponding folder.</a:t>
            </a:r>
          </a:p>
          <a:p>
            <a:pPr marL="355600">
              <a:spcBef>
                <a:spcPts val="77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400" dirty="0">
                <a:latin typeface="Montserrat" panose="02000505000000020004" pitchFamily="2" charset="0"/>
              </a:rPr>
              <a:t> package pkg</a:t>
            </a:r>
          </a:p>
          <a:p>
            <a:pPr marL="755650" lvl="1">
              <a:spcBef>
                <a:spcPts val="675"/>
              </a:spcBef>
              <a:buFont typeface="Arial MT"/>
              <a:buChar char="–"/>
              <a:tabLst>
                <a:tab pos="755650" algn="l"/>
              </a:tabLst>
            </a:pPr>
            <a:r>
              <a:rPr lang="en-US" sz="2400" dirty="0">
                <a:latin typeface="Montserrat" panose="02000505000000020004" pitchFamily="2" charset="0"/>
              </a:rPr>
              <a:t>Here, pkg is the name of the package</a:t>
            </a:r>
          </a:p>
          <a:p>
            <a:pPr marL="355600"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400" dirty="0">
                <a:latin typeface="Montserrat" panose="02000505000000020004" pitchFamily="2" charset="0"/>
              </a:rPr>
              <a:t> package </a:t>
            </a:r>
            <a:r>
              <a:rPr lang="en-US" sz="2400" dirty="0" err="1">
                <a:latin typeface="Montserrat" panose="02000505000000020004" pitchFamily="2" charset="0"/>
              </a:rPr>
              <a:t>mypackage</a:t>
            </a:r>
            <a:endParaRPr lang="en-US" sz="2400" dirty="0">
              <a:latin typeface="Montserrat" panose="02000505000000020004" pitchFamily="2" charset="0"/>
            </a:endParaRPr>
          </a:p>
          <a:p>
            <a:pPr marL="755650" lvl="1">
              <a:spcBef>
                <a:spcPts val="670"/>
              </a:spcBef>
              <a:buFont typeface="Arial MT"/>
              <a:buChar char="–"/>
              <a:tabLst>
                <a:tab pos="755650" algn="l"/>
              </a:tabLst>
            </a:pPr>
            <a:r>
              <a:rPr lang="en-US" sz="2400" dirty="0">
                <a:latin typeface="Montserrat" panose="02000505000000020004" pitchFamily="2" charset="0"/>
              </a:rPr>
              <a:t>creates a package called </a:t>
            </a:r>
            <a:r>
              <a:rPr lang="en-US" sz="2400" dirty="0" err="1">
                <a:latin typeface="Montserrat" panose="02000505000000020004" pitchFamily="2" charset="0"/>
              </a:rPr>
              <a:t>mypackage</a:t>
            </a:r>
            <a:endParaRPr lang="en-US" sz="2400" dirty="0">
              <a:latin typeface="Montserrat" panose="02000505000000020004" pitchFamily="2" charset="0"/>
            </a:endParaRPr>
          </a:p>
          <a:p>
            <a:pPr marL="355600" marR="755015" indent="-343535"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400" dirty="0">
                <a:latin typeface="Montserrat" panose="02000505000000020004" pitchFamily="2" charset="0"/>
              </a:rPr>
              <a:t>The package statement defines a name space in which classes are stored</a:t>
            </a:r>
          </a:p>
          <a:p>
            <a:pPr marL="355600" marR="5080" indent="-343535">
              <a:spcBef>
                <a:spcPts val="67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400" dirty="0">
                <a:latin typeface="Montserrat" panose="02000505000000020004" pitchFamily="2" charset="0"/>
              </a:rPr>
              <a:t>If you omit the package statement, the class names are put into the default package, which has no name</a:t>
            </a:r>
          </a:p>
        </p:txBody>
      </p:sp>
    </p:spTree>
    <p:extLst>
      <p:ext uri="{BB962C8B-B14F-4D97-AF65-F5344CB8AC3E}">
        <p14:creationId xmlns:p14="http://schemas.microsoft.com/office/powerpoint/2010/main" val="4209464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175BC-E1A9-39C2-2A6B-67E12F3E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64B10-C065-743D-9394-06704940C2A5}"/>
              </a:ext>
            </a:extLst>
          </p:cNvPr>
          <p:cNvSpPr txBox="1">
            <a:spLocks/>
          </p:cNvSpPr>
          <p:nvPr/>
        </p:nvSpPr>
        <p:spPr>
          <a:xfrm>
            <a:off x="317758" y="136525"/>
            <a:ext cx="8217480" cy="112471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Declaring a Package</a:t>
            </a:r>
          </a:p>
        </p:txBody>
      </p: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0FC93098-9E42-ECCD-9F3C-311B7A5C3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032174-56E7-6E42-2AEC-75AED55CC974}"/>
              </a:ext>
            </a:extLst>
          </p:cNvPr>
          <p:cNvSpPr txBox="1"/>
          <p:nvPr/>
        </p:nvSpPr>
        <p:spPr>
          <a:xfrm>
            <a:off x="713432" y="1504521"/>
            <a:ext cx="9646419" cy="3257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98500" indent="-3429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400" dirty="0">
                <a:cs typeface="Calibri"/>
              </a:rPr>
              <a:t>Java</a:t>
            </a:r>
            <a:r>
              <a:rPr lang="en-US" sz="2400" spc="-9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uses</a:t>
            </a:r>
            <a:r>
              <a:rPr lang="en-US" sz="2400" spc="-7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file</a:t>
            </a:r>
            <a:r>
              <a:rPr lang="en-US" sz="2400" spc="-90" dirty="0">
                <a:cs typeface="Calibri"/>
              </a:rPr>
              <a:t> </a:t>
            </a:r>
            <a:r>
              <a:rPr lang="en-US" sz="2400" spc="-10" dirty="0">
                <a:cs typeface="Calibri"/>
              </a:rPr>
              <a:t>system</a:t>
            </a:r>
            <a:r>
              <a:rPr lang="en-US" sz="2400" spc="-8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directories</a:t>
            </a:r>
            <a:r>
              <a:rPr lang="en-US" sz="2400" spc="-8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to</a:t>
            </a:r>
            <a:r>
              <a:rPr lang="en-US" sz="2400" spc="-9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store</a:t>
            </a:r>
            <a:r>
              <a:rPr lang="en-US" sz="2400" spc="-75" dirty="0">
                <a:cs typeface="Calibri"/>
              </a:rPr>
              <a:t> </a:t>
            </a:r>
            <a:r>
              <a:rPr lang="en-US" sz="2400" spc="-10" dirty="0">
                <a:cs typeface="Calibri"/>
              </a:rPr>
              <a:t>packages</a:t>
            </a:r>
            <a:endParaRPr lang="en-US" sz="2400" dirty="0">
              <a:cs typeface="Calibri"/>
            </a:endParaRPr>
          </a:p>
          <a:p>
            <a:pPr marL="756285" marR="5080" indent="-287020">
              <a:lnSpc>
                <a:spcPct val="100000"/>
              </a:lnSpc>
              <a:spcBef>
                <a:spcPts val="605"/>
              </a:spcBef>
            </a:pPr>
            <a:r>
              <a:rPr lang="en-US" sz="2000" dirty="0">
                <a:latin typeface="Arial MT"/>
                <a:cs typeface="Arial MT"/>
              </a:rPr>
              <a:t>–</a:t>
            </a:r>
            <a:r>
              <a:rPr lang="en-US" sz="2000" spc="175" dirty="0">
                <a:latin typeface="Arial MT"/>
                <a:cs typeface="Arial MT"/>
              </a:rPr>
              <a:t> </a:t>
            </a:r>
            <a:r>
              <a:rPr lang="en-US" sz="2000" dirty="0">
                <a:cs typeface="Calibri"/>
              </a:rPr>
              <a:t>the</a:t>
            </a:r>
            <a:r>
              <a:rPr lang="en-US" sz="2000" spc="-4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.class</a:t>
            </a:r>
            <a:r>
              <a:rPr lang="en-US" sz="2000" spc="-5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files</a:t>
            </a:r>
            <a:r>
              <a:rPr lang="en-US" sz="2000" spc="-50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for</a:t>
            </a:r>
            <a:r>
              <a:rPr lang="en-US" sz="2000" spc="-4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any</a:t>
            </a:r>
            <a:r>
              <a:rPr lang="en-US" sz="2000" spc="-40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classes</a:t>
            </a:r>
            <a:r>
              <a:rPr lang="en-US" sz="2000" spc="-60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that</a:t>
            </a:r>
            <a:r>
              <a:rPr lang="en-US" sz="2000" spc="-5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are</a:t>
            </a:r>
            <a:r>
              <a:rPr lang="en-US" sz="2000" spc="-4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part</a:t>
            </a:r>
            <a:r>
              <a:rPr lang="en-US" sz="2000" spc="-5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of</a:t>
            </a:r>
            <a:r>
              <a:rPr lang="en-US" sz="2000" spc="-30" dirty="0">
                <a:cs typeface="Calibri"/>
              </a:rPr>
              <a:t> </a:t>
            </a:r>
            <a:r>
              <a:rPr lang="en-US" sz="2000" spc="-10" dirty="0" err="1">
                <a:cs typeface="Calibri"/>
              </a:rPr>
              <a:t>mypackage</a:t>
            </a:r>
            <a:r>
              <a:rPr lang="en-US" sz="2000" spc="-10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must</a:t>
            </a:r>
            <a:r>
              <a:rPr lang="en-US" sz="2000" spc="-70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be</a:t>
            </a:r>
            <a:r>
              <a:rPr lang="en-US" sz="2000" spc="-60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stored</a:t>
            </a:r>
            <a:r>
              <a:rPr lang="en-US" sz="2000" spc="-60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in</a:t>
            </a:r>
            <a:r>
              <a:rPr lang="en-US" sz="2000" spc="-60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a</a:t>
            </a:r>
            <a:r>
              <a:rPr lang="en-US" sz="2000" spc="-70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directory</a:t>
            </a:r>
            <a:r>
              <a:rPr lang="en-US" sz="2000" spc="-6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called</a:t>
            </a:r>
            <a:r>
              <a:rPr lang="en-US" sz="2000" spc="-65" dirty="0">
                <a:cs typeface="Calibri"/>
              </a:rPr>
              <a:t> </a:t>
            </a:r>
            <a:r>
              <a:rPr lang="en-US" sz="2000" spc="-10" dirty="0" err="1">
                <a:cs typeface="Calibri"/>
              </a:rPr>
              <a:t>mypackage</a:t>
            </a:r>
            <a:endParaRPr lang="en-US" sz="2000" dirty="0">
              <a:cs typeface="Calibri"/>
            </a:endParaRPr>
          </a:p>
          <a:p>
            <a:pPr marL="355600" marR="296545" indent="-343535">
              <a:spcBef>
                <a:spcPts val="64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400" dirty="0">
                <a:cs typeface="Calibri"/>
              </a:rPr>
              <a:t>More</a:t>
            </a:r>
            <a:r>
              <a:rPr lang="en-US" sz="2400" spc="-3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than</a:t>
            </a:r>
            <a:r>
              <a:rPr lang="en-US" sz="2400" spc="-4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one</a:t>
            </a:r>
            <a:r>
              <a:rPr lang="en-US" sz="2400" spc="-3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file</a:t>
            </a:r>
            <a:r>
              <a:rPr lang="en-US" sz="2400" spc="-5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can</a:t>
            </a:r>
            <a:r>
              <a:rPr lang="en-US" sz="2400" spc="-4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include</a:t>
            </a:r>
            <a:r>
              <a:rPr lang="en-US" sz="2400" spc="-1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the</a:t>
            </a:r>
            <a:r>
              <a:rPr lang="en-US" sz="2400" spc="-4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same</a:t>
            </a:r>
            <a:r>
              <a:rPr lang="en-US" sz="2400" spc="-40" dirty="0">
                <a:cs typeface="Calibri"/>
              </a:rPr>
              <a:t> </a:t>
            </a:r>
            <a:r>
              <a:rPr lang="en-US" sz="2400" spc="-10" dirty="0">
                <a:cs typeface="Calibri"/>
              </a:rPr>
              <a:t>package statement</a:t>
            </a:r>
            <a:endParaRPr lang="en-US" sz="2400" dirty="0">
              <a:cs typeface="Calibri"/>
            </a:endParaRPr>
          </a:p>
          <a:p>
            <a:pPr marL="355600" marR="372745" indent="-343535"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400" dirty="0">
                <a:cs typeface="Calibri"/>
              </a:rPr>
              <a:t>The</a:t>
            </a:r>
            <a:r>
              <a:rPr lang="en-US" sz="2400" spc="-9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package</a:t>
            </a:r>
            <a:r>
              <a:rPr lang="en-US" sz="2400" spc="-85" dirty="0">
                <a:cs typeface="Calibri"/>
              </a:rPr>
              <a:t> </a:t>
            </a:r>
            <a:r>
              <a:rPr lang="en-US" sz="2400" spc="-20" dirty="0">
                <a:cs typeface="Calibri"/>
              </a:rPr>
              <a:t>statement</a:t>
            </a:r>
            <a:r>
              <a:rPr lang="en-US" sz="2400" spc="-8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simply</a:t>
            </a:r>
            <a:r>
              <a:rPr lang="en-US" sz="2400" spc="-6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specifies</a:t>
            </a:r>
            <a:r>
              <a:rPr lang="en-US" sz="2400" spc="-7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to</a:t>
            </a:r>
            <a:r>
              <a:rPr lang="en-US" sz="2400" spc="-95" dirty="0">
                <a:cs typeface="Calibri"/>
              </a:rPr>
              <a:t> </a:t>
            </a:r>
            <a:r>
              <a:rPr lang="en-US" sz="2400" spc="-10" dirty="0">
                <a:cs typeface="Calibri"/>
              </a:rPr>
              <a:t>which </a:t>
            </a:r>
            <a:r>
              <a:rPr lang="en-US" sz="2400" dirty="0">
                <a:cs typeface="Calibri"/>
              </a:rPr>
              <a:t>package</a:t>
            </a:r>
            <a:r>
              <a:rPr lang="en-US" sz="2400" spc="-6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the</a:t>
            </a:r>
            <a:r>
              <a:rPr lang="en-US" sz="2400" spc="-5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classes</a:t>
            </a:r>
            <a:r>
              <a:rPr lang="en-US" sz="2400" spc="-5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defined</a:t>
            </a:r>
            <a:r>
              <a:rPr lang="en-US" sz="2400" spc="-4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in</a:t>
            </a:r>
            <a:r>
              <a:rPr lang="en-US" sz="2400" spc="-5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a</a:t>
            </a:r>
            <a:r>
              <a:rPr lang="en-US" sz="2400" spc="-6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file</a:t>
            </a:r>
            <a:r>
              <a:rPr lang="en-US" sz="2400" spc="-60" dirty="0">
                <a:cs typeface="Calibri"/>
              </a:rPr>
              <a:t> </a:t>
            </a:r>
            <a:r>
              <a:rPr lang="en-US" sz="2400" spc="-10" dirty="0">
                <a:cs typeface="Calibri"/>
              </a:rPr>
              <a:t>belong</a:t>
            </a:r>
            <a:endParaRPr lang="en-US" sz="2400" dirty="0">
              <a:cs typeface="Calibri"/>
            </a:endParaRPr>
          </a:p>
          <a:p>
            <a:pPr marL="355600" marR="66040" indent="-343535"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400" spc="-114" dirty="0">
                <a:cs typeface="Calibri"/>
              </a:rPr>
              <a:t>To</a:t>
            </a:r>
            <a:r>
              <a:rPr lang="en-US" sz="2400" spc="-4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create</a:t>
            </a:r>
            <a:r>
              <a:rPr lang="en-US" sz="2400" spc="-135" dirty="0">
                <a:cs typeface="Calibri"/>
              </a:rPr>
              <a:t> </a:t>
            </a:r>
            <a:r>
              <a:rPr lang="en-US" sz="2400" spc="-10" dirty="0">
                <a:cs typeface="Calibri"/>
              </a:rPr>
              <a:t>hierarchy</a:t>
            </a:r>
            <a:r>
              <a:rPr lang="en-US" sz="2400" spc="-6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of</a:t>
            </a:r>
            <a:r>
              <a:rPr lang="en-US" sz="2400" spc="-80" dirty="0">
                <a:cs typeface="Calibri"/>
              </a:rPr>
              <a:t> </a:t>
            </a:r>
            <a:r>
              <a:rPr lang="en-US" sz="2400" spc="-10" dirty="0">
                <a:cs typeface="Calibri"/>
              </a:rPr>
              <a:t>packages,</a:t>
            </a:r>
            <a:r>
              <a:rPr lang="en-US" sz="2400" spc="-75" dirty="0">
                <a:cs typeface="Calibri"/>
              </a:rPr>
              <a:t> </a:t>
            </a:r>
            <a:r>
              <a:rPr lang="en-US" sz="2400" spc="-10" dirty="0">
                <a:cs typeface="Calibri"/>
              </a:rPr>
              <a:t>separate</a:t>
            </a:r>
            <a:r>
              <a:rPr lang="en-US" sz="2400" spc="-80" dirty="0">
                <a:cs typeface="Calibri"/>
              </a:rPr>
              <a:t> </a:t>
            </a:r>
            <a:r>
              <a:rPr lang="en-US" sz="2400" spc="-20" dirty="0">
                <a:cs typeface="Calibri"/>
              </a:rPr>
              <a:t>each </a:t>
            </a:r>
            <a:r>
              <a:rPr lang="en-US" sz="2400" dirty="0">
                <a:cs typeface="Calibri"/>
              </a:rPr>
              <a:t>package</a:t>
            </a:r>
            <a:r>
              <a:rPr lang="en-US" sz="2400" spc="-4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name</a:t>
            </a:r>
            <a:r>
              <a:rPr lang="en-US" sz="2400" spc="-3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from</a:t>
            </a:r>
            <a:r>
              <a:rPr lang="en-US" sz="2400" spc="-3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the</a:t>
            </a:r>
            <a:r>
              <a:rPr lang="en-US" sz="2400" spc="-4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one</a:t>
            </a:r>
            <a:r>
              <a:rPr lang="en-US" sz="2400" spc="-4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above</a:t>
            </a:r>
            <a:r>
              <a:rPr lang="en-US" sz="2400" spc="-4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it</a:t>
            </a:r>
            <a:r>
              <a:rPr lang="en-US" sz="2400" spc="-5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by</a:t>
            </a:r>
            <a:r>
              <a:rPr lang="en-US" sz="2400" spc="-4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use</a:t>
            </a:r>
            <a:r>
              <a:rPr lang="en-US" sz="2400" spc="-3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of</a:t>
            </a:r>
            <a:r>
              <a:rPr lang="en-US" sz="2400" spc="-5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a</a:t>
            </a:r>
            <a:r>
              <a:rPr lang="en-US" sz="2400" spc="-40" dirty="0">
                <a:cs typeface="Calibri"/>
              </a:rPr>
              <a:t> </a:t>
            </a:r>
            <a:r>
              <a:rPr lang="en-US" sz="2400" spc="-25" dirty="0">
                <a:cs typeface="Calibri"/>
              </a:rPr>
              <a:t>(.)</a:t>
            </a:r>
            <a:endParaRPr lang="en-US" sz="2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1438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24F61-68C4-70F2-AE2C-23A223B7C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48EEB-B46E-6FE1-3BB0-4EE850C67A6E}"/>
              </a:ext>
            </a:extLst>
          </p:cNvPr>
          <p:cNvSpPr txBox="1">
            <a:spLocks/>
          </p:cNvSpPr>
          <p:nvPr/>
        </p:nvSpPr>
        <p:spPr>
          <a:xfrm>
            <a:off x="317758" y="136525"/>
            <a:ext cx="8217480" cy="112471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Package syntax</a:t>
            </a:r>
          </a:p>
        </p:txBody>
      </p: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EBE0FEAA-346D-453D-9C3C-71EF07194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EB15FF-260B-C932-24CD-DE3BE5696E29}"/>
              </a:ext>
            </a:extLst>
          </p:cNvPr>
          <p:cNvSpPr txBox="1"/>
          <p:nvPr/>
        </p:nvSpPr>
        <p:spPr>
          <a:xfrm>
            <a:off x="713432" y="1504521"/>
            <a:ext cx="9646419" cy="4583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>
              <a:spcBef>
                <a:spcPts val="80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2800" dirty="0">
                <a:cs typeface="Calibri"/>
              </a:rPr>
              <a:t> The</a:t>
            </a:r>
            <a:r>
              <a:rPr lang="en-IN" sz="2800" spc="-7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general</a:t>
            </a:r>
            <a:r>
              <a:rPr lang="en-IN" sz="2800" spc="-65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form</a:t>
            </a:r>
            <a:r>
              <a:rPr lang="en-IN" sz="2800" spc="-7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of</a:t>
            </a:r>
            <a:r>
              <a:rPr lang="en-IN" sz="2800" spc="-7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a</a:t>
            </a:r>
            <a:r>
              <a:rPr lang="en-IN" sz="2800" spc="-7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multilevel</a:t>
            </a:r>
            <a:r>
              <a:rPr lang="en-IN" sz="2800" spc="-6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package</a:t>
            </a:r>
            <a:r>
              <a:rPr lang="en-IN" sz="2800" spc="-65" dirty="0">
                <a:cs typeface="Calibri"/>
              </a:rPr>
              <a:t> </a:t>
            </a:r>
            <a:r>
              <a:rPr lang="en-IN" sz="2800" spc="-10" dirty="0">
                <a:cs typeface="Calibri"/>
              </a:rPr>
              <a:t>statement</a:t>
            </a:r>
            <a:endParaRPr lang="en-IN" sz="2800" dirty="0">
              <a:cs typeface="Calibri"/>
            </a:endParaRPr>
          </a:p>
          <a:p>
            <a:pPr marL="755015" lvl="1" indent="-285115">
              <a:spcBef>
                <a:spcPts val="605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IN" sz="2400" b="1" i="1" dirty="0">
                <a:cs typeface="Calibri"/>
              </a:rPr>
              <a:t>package</a:t>
            </a:r>
            <a:r>
              <a:rPr lang="en-IN" sz="2400" b="1" i="1" spc="-110" dirty="0">
                <a:cs typeface="Calibri"/>
              </a:rPr>
              <a:t> </a:t>
            </a:r>
            <a:r>
              <a:rPr lang="en-IN" sz="2400" b="1" i="1" spc="-10" dirty="0">
                <a:cs typeface="Calibri"/>
              </a:rPr>
              <a:t>pkg1[.pkg2[.pkg3]]</a:t>
            </a:r>
            <a:endParaRPr lang="en-IN" sz="2400" dirty="0">
              <a:cs typeface="Calibri"/>
            </a:endParaRPr>
          </a:p>
          <a:p>
            <a:pPr marL="755015" lvl="1" indent="-285115">
              <a:spcBef>
                <a:spcPts val="58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IN" sz="2400" b="1" i="1" dirty="0">
                <a:cs typeface="Calibri"/>
              </a:rPr>
              <a:t>package</a:t>
            </a:r>
            <a:r>
              <a:rPr lang="en-IN" sz="2400" b="1" i="1" spc="-114" dirty="0">
                <a:cs typeface="Calibri"/>
              </a:rPr>
              <a:t> </a:t>
            </a:r>
            <a:r>
              <a:rPr lang="en-IN" sz="2400" b="1" i="1" spc="-10" dirty="0" err="1">
                <a:cs typeface="Calibri"/>
              </a:rPr>
              <a:t>java.util.concurrent</a:t>
            </a:r>
            <a:endParaRPr lang="en-IN" sz="2400" dirty="0">
              <a:cs typeface="Calibri"/>
            </a:endParaRPr>
          </a:p>
          <a:p>
            <a:pPr marL="355600" marR="186690" indent="-343535">
              <a:spcBef>
                <a:spcPts val="64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2800" dirty="0">
                <a:cs typeface="Calibri"/>
              </a:rPr>
              <a:t>import</a:t>
            </a:r>
            <a:r>
              <a:rPr lang="en-IN" sz="2800" spc="-75" dirty="0">
                <a:cs typeface="Calibri"/>
              </a:rPr>
              <a:t> </a:t>
            </a:r>
            <a:r>
              <a:rPr lang="en-IN" sz="2800" spc="-10" dirty="0">
                <a:cs typeface="Calibri"/>
              </a:rPr>
              <a:t>statements</a:t>
            </a:r>
            <a:r>
              <a:rPr lang="en-IN" sz="2800" spc="-7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occur</a:t>
            </a:r>
            <a:r>
              <a:rPr lang="en-IN" sz="2800" spc="-85" dirty="0">
                <a:cs typeface="Calibri"/>
              </a:rPr>
              <a:t> </a:t>
            </a:r>
            <a:r>
              <a:rPr lang="en-IN" sz="2800" spc="-10" dirty="0">
                <a:cs typeface="Calibri"/>
              </a:rPr>
              <a:t>immediately</a:t>
            </a:r>
            <a:r>
              <a:rPr lang="en-IN" sz="2800" spc="-9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following</a:t>
            </a:r>
            <a:r>
              <a:rPr lang="en-IN" sz="2800" spc="-80" dirty="0">
                <a:cs typeface="Calibri"/>
              </a:rPr>
              <a:t> </a:t>
            </a:r>
            <a:r>
              <a:rPr lang="en-IN" sz="2800" spc="-25" dirty="0">
                <a:cs typeface="Calibri"/>
              </a:rPr>
              <a:t>the </a:t>
            </a:r>
            <a:r>
              <a:rPr lang="en-IN" sz="2800" dirty="0">
                <a:cs typeface="Calibri"/>
              </a:rPr>
              <a:t>package</a:t>
            </a:r>
            <a:r>
              <a:rPr lang="en-IN" sz="2800" spc="-95" dirty="0">
                <a:cs typeface="Calibri"/>
              </a:rPr>
              <a:t> </a:t>
            </a:r>
            <a:r>
              <a:rPr lang="en-IN" sz="2800" spc="-20" dirty="0">
                <a:cs typeface="Calibri"/>
              </a:rPr>
              <a:t>statement</a:t>
            </a:r>
            <a:r>
              <a:rPr lang="en-IN" sz="2800" spc="-8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and</a:t>
            </a:r>
            <a:r>
              <a:rPr lang="en-IN" sz="2800" spc="-75" dirty="0">
                <a:cs typeface="Calibri"/>
              </a:rPr>
              <a:t> </a:t>
            </a:r>
            <a:r>
              <a:rPr lang="en-IN" sz="2800" spc="-10" dirty="0">
                <a:cs typeface="Calibri"/>
              </a:rPr>
              <a:t>before</a:t>
            </a:r>
            <a:r>
              <a:rPr lang="en-IN" sz="2800" spc="-9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any</a:t>
            </a:r>
            <a:r>
              <a:rPr lang="en-IN" sz="2800" spc="-95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class</a:t>
            </a:r>
            <a:r>
              <a:rPr lang="en-IN" sz="2800" spc="-90" dirty="0">
                <a:cs typeface="Calibri"/>
              </a:rPr>
              <a:t> </a:t>
            </a:r>
            <a:r>
              <a:rPr lang="en-IN" sz="2800" spc="-10" dirty="0">
                <a:cs typeface="Calibri"/>
              </a:rPr>
              <a:t>definitions</a:t>
            </a:r>
            <a:endParaRPr lang="en-IN" sz="2800" dirty="0">
              <a:cs typeface="Calibri"/>
            </a:endParaRPr>
          </a:p>
          <a:p>
            <a:pPr marL="355600"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2800" dirty="0">
                <a:cs typeface="Calibri"/>
              </a:rPr>
              <a:t> The</a:t>
            </a:r>
            <a:r>
              <a:rPr lang="en-IN" sz="2800" spc="-65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general</a:t>
            </a:r>
            <a:r>
              <a:rPr lang="en-IN" sz="2800" spc="-6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form</a:t>
            </a:r>
            <a:r>
              <a:rPr lang="en-IN" sz="2800" spc="-5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of</a:t>
            </a:r>
            <a:r>
              <a:rPr lang="en-IN" sz="2800" spc="-65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the</a:t>
            </a:r>
            <a:r>
              <a:rPr lang="en-IN" sz="2800" spc="-6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import</a:t>
            </a:r>
            <a:r>
              <a:rPr lang="en-IN" sz="2800" spc="-40" dirty="0">
                <a:cs typeface="Calibri"/>
              </a:rPr>
              <a:t> </a:t>
            </a:r>
            <a:r>
              <a:rPr lang="en-IN" sz="2800" spc="-10" dirty="0">
                <a:cs typeface="Calibri"/>
              </a:rPr>
              <a:t>statement</a:t>
            </a:r>
            <a:endParaRPr lang="en-IN" sz="2800" dirty="0">
              <a:cs typeface="Calibri"/>
            </a:endParaRPr>
          </a:p>
          <a:p>
            <a:pPr marL="755015" lvl="1" indent="-285115">
              <a:spcBef>
                <a:spcPts val="605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IN" sz="2400" b="1" i="1" dirty="0">
                <a:cs typeface="Calibri"/>
              </a:rPr>
              <a:t>import</a:t>
            </a:r>
            <a:r>
              <a:rPr lang="en-IN" sz="2400" b="1" i="1" spc="-30" dirty="0">
                <a:cs typeface="Calibri"/>
              </a:rPr>
              <a:t> </a:t>
            </a:r>
            <a:r>
              <a:rPr lang="en-IN" sz="2400" b="1" i="1" dirty="0">
                <a:cs typeface="Calibri"/>
              </a:rPr>
              <a:t>pkg1</a:t>
            </a:r>
            <a:r>
              <a:rPr lang="en-IN" sz="2400" b="1" i="1" spc="-50" dirty="0">
                <a:cs typeface="Calibri"/>
              </a:rPr>
              <a:t> </a:t>
            </a:r>
            <a:r>
              <a:rPr lang="en-IN" sz="2400" b="1" i="1" spc="-10" dirty="0">
                <a:cs typeface="Calibri"/>
              </a:rPr>
              <a:t>[.pkg2].(</a:t>
            </a:r>
            <a:r>
              <a:rPr lang="en-IN" sz="2400" b="1" i="1" spc="-10" dirty="0" err="1">
                <a:cs typeface="Calibri"/>
              </a:rPr>
              <a:t>classname</a:t>
            </a:r>
            <a:r>
              <a:rPr lang="en-IN" sz="2400" b="1" i="1" spc="-65" dirty="0">
                <a:cs typeface="Calibri"/>
              </a:rPr>
              <a:t> </a:t>
            </a:r>
            <a:r>
              <a:rPr lang="en-IN" sz="2400" b="1" i="1" dirty="0">
                <a:cs typeface="Calibri"/>
              </a:rPr>
              <a:t>|</a:t>
            </a:r>
            <a:r>
              <a:rPr lang="en-IN" sz="2400" b="1" i="1" spc="-40" dirty="0">
                <a:cs typeface="Calibri"/>
              </a:rPr>
              <a:t> </a:t>
            </a:r>
            <a:r>
              <a:rPr lang="en-IN" sz="2400" b="1" i="1" spc="-25" dirty="0">
                <a:cs typeface="Calibri"/>
              </a:rPr>
              <a:t>*)</a:t>
            </a:r>
            <a:endParaRPr lang="en-IN" sz="2400" dirty="0">
              <a:cs typeface="Calibri"/>
            </a:endParaRPr>
          </a:p>
          <a:p>
            <a:pPr marL="755015" lvl="1" indent="-285115">
              <a:spcBef>
                <a:spcPts val="58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IN" sz="2400" b="1" i="1" dirty="0">
                <a:cs typeface="Calibri"/>
              </a:rPr>
              <a:t>import</a:t>
            </a:r>
            <a:r>
              <a:rPr lang="en-IN" sz="2400" b="1" i="1" spc="-15" dirty="0">
                <a:cs typeface="Calibri"/>
              </a:rPr>
              <a:t> </a:t>
            </a:r>
            <a:r>
              <a:rPr lang="en-IN" sz="2400" b="1" i="1" spc="-10" dirty="0" err="1">
                <a:cs typeface="Calibri"/>
              </a:rPr>
              <a:t>java.util.Scanner</a:t>
            </a:r>
            <a:endParaRPr lang="en-IN" sz="2400" dirty="0">
              <a:cs typeface="Calibri"/>
            </a:endParaRPr>
          </a:p>
          <a:p>
            <a:pPr marL="754380" marR="5080" lvl="1" indent="-285115">
              <a:spcBef>
                <a:spcPts val="575"/>
              </a:spcBef>
              <a:buFont typeface="Arial MT"/>
              <a:buChar char="–"/>
              <a:tabLst>
                <a:tab pos="756285" algn="l"/>
              </a:tabLst>
            </a:pPr>
            <a:r>
              <a:rPr lang="en-IN" sz="2400" dirty="0">
                <a:cs typeface="Calibri"/>
              </a:rPr>
              <a:t>import</a:t>
            </a:r>
            <a:r>
              <a:rPr lang="en-IN" sz="2400" spc="-40" dirty="0">
                <a:cs typeface="Calibri"/>
              </a:rPr>
              <a:t> </a:t>
            </a:r>
            <a:r>
              <a:rPr lang="en-IN" sz="2400" spc="-20" dirty="0">
                <a:cs typeface="Calibri"/>
              </a:rPr>
              <a:t>statement</a:t>
            </a:r>
            <a:r>
              <a:rPr lang="en-IN" sz="2400" spc="-55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is</a:t>
            </a:r>
            <a:r>
              <a:rPr lang="en-IN" sz="2400" spc="-40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optional,</a:t>
            </a:r>
            <a:r>
              <a:rPr lang="en-IN" sz="2400" spc="-25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class</a:t>
            </a:r>
            <a:r>
              <a:rPr lang="en-IN" sz="2400" spc="-40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can</a:t>
            </a:r>
            <a:r>
              <a:rPr lang="en-IN" sz="2400" spc="-30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be</a:t>
            </a:r>
            <a:r>
              <a:rPr lang="en-IN" sz="2400" spc="-25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used</a:t>
            </a:r>
            <a:r>
              <a:rPr lang="en-IN" sz="2400" spc="-25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with</a:t>
            </a:r>
            <a:r>
              <a:rPr lang="en-IN" sz="2400" spc="-40" dirty="0">
                <a:cs typeface="Calibri"/>
              </a:rPr>
              <a:t> </a:t>
            </a:r>
            <a:r>
              <a:rPr lang="en-IN" sz="2400" spc="-20" dirty="0">
                <a:cs typeface="Calibri"/>
              </a:rPr>
              <a:t>name 	</a:t>
            </a:r>
            <a:r>
              <a:rPr lang="en-IN" sz="2400" dirty="0">
                <a:cs typeface="Calibri"/>
              </a:rPr>
              <a:t>that</a:t>
            </a:r>
            <a:r>
              <a:rPr lang="en-IN" sz="2400" spc="-65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includes</a:t>
            </a:r>
            <a:r>
              <a:rPr lang="en-IN" sz="2400" spc="-55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full</a:t>
            </a:r>
            <a:r>
              <a:rPr lang="en-IN" sz="2400" spc="-55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package</a:t>
            </a:r>
            <a:r>
              <a:rPr lang="en-IN" sz="2400" spc="-70" dirty="0">
                <a:cs typeface="Calibri"/>
              </a:rPr>
              <a:t> </a:t>
            </a:r>
            <a:r>
              <a:rPr lang="en-IN" sz="2400" spc="-10" dirty="0">
                <a:cs typeface="Calibri"/>
              </a:rPr>
              <a:t>hierarchy</a:t>
            </a:r>
            <a:endParaRPr lang="en-IN" sz="2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7351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207BC-D759-A54E-380E-5B52B3B4B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E6993-C3D4-2055-FEA8-7F42054DE583}"/>
              </a:ext>
            </a:extLst>
          </p:cNvPr>
          <p:cNvSpPr txBox="1">
            <a:spLocks/>
          </p:cNvSpPr>
          <p:nvPr/>
        </p:nvSpPr>
        <p:spPr>
          <a:xfrm>
            <a:off x="317758" y="136525"/>
            <a:ext cx="8217480" cy="112471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Package syntax</a:t>
            </a:r>
          </a:p>
        </p:txBody>
      </p:sp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1E69E849-C5B1-1FEB-75E3-21D8D998B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A1FF87-788F-04B3-B4FA-A4FACB3B7722}"/>
              </a:ext>
            </a:extLst>
          </p:cNvPr>
          <p:cNvSpPr txBox="1"/>
          <p:nvPr/>
        </p:nvSpPr>
        <p:spPr>
          <a:xfrm>
            <a:off x="713432" y="1504521"/>
            <a:ext cx="9646419" cy="4583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>
              <a:spcBef>
                <a:spcPts val="80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2800" dirty="0">
                <a:cs typeface="Calibri"/>
              </a:rPr>
              <a:t> The</a:t>
            </a:r>
            <a:r>
              <a:rPr lang="en-IN" sz="2800" spc="-7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general</a:t>
            </a:r>
            <a:r>
              <a:rPr lang="en-IN" sz="2800" spc="-65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form</a:t>
            </a:r>
            <a:r>
              <a:rPr lang="en-IN" sz="2800" spc="-7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of</a:t>
            </a:r>
            <a:r>
              <a:rPr lang="en-IN" sz="2800" spc="-7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a</a:t>
            </a:r>
            <a:r>
              <a:rPr lang="en-IN" sz="2800" spc="-7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multilevel</a:t>
            </a:r>
            <a:r>
              <a:rPr lang="en-IN" sz="2800" spc="-6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package</a:t>
            </a:r>
            <a:r>
              <a:rPr lang="en-IN" sz="2800" spc="-65" dirty="0">
                <a:cs typeface="Calibri"/>
              </a:rPr>
              <a:t> </a:t>
            </a:r>
            <a:r>
              <a:rPr lang="en-IN" sz="2800" spc="-10" dirty="0">
                <a:cs typeface="Calibri"/>
              </a:rPr>
              <a:t>statement</a:t>
            </a:r>
            <a:endParaRPr lang="en-IN" sz="2800" dirty="0">
              <a:cs typeface="Calibri"/>
            </a:endParaRPr>
          </a:p>
          <a:p>
            <a:pPr marL="755015" lvl="1" indent="-285115">
              <a:spcBef>
                <a:spcPts val="605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IN" sz="2400" b="1" i="1" dirty="0">
                <a:cs typeface="Calibri"/>
              </a:rPr>
              <a:t>package</a:t>
            </a:r>
            <a:r>
              <a:rPr lang="en-IN" sz="2400" b="1" i="1" spc="-110" dirty="0">
                <a:cs typeface="Calibri"/>
              </a:rPr>
              <a:t> </a:t>
            </a:r>
            <a:r>
              <a:rPr lang="en-IN" sz="2400" b="1" i="1" spc="-10" dirty="0">
                <a:cs typeface="Calibri"/>
              </a:rPr>
              <a:t>pkg1[.pkg2[.pkg3]]</a:t>
            </a:r>
            <a:endParaRPr lang="en-IN" sz="2400" dirty="0">
              <a:cs typeface="Calibri"/>
            </a:endParaRPr>
          </a:p>
          <a:p>
            <a:pPr marL="755015" lvl="1" indent="-285115">
              <a:spcBef>
                <a:spcPts val="58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IN" sz="2400" b="1" i="1" dirty="0">
                <a:cs typeface="Calibri"/>
              </a:rPr>
              <a:t>package</a:t>
            </a:r>
            <a:r>
              <a:rPr lang="en-IN" sz="2400" b="1" i="1" spc="-114" dirty="0">
                <a:cs typeface="Calibri"/>
              </a:rPr>
              <a:t> </a:t>
            </a:r>
            <a:r>
              <a:rPr lang="en-IN" sz="2400" b="1" i="1" spc="-10" dirty="0" err="1">
                <a:cs typeface="Calibri"/>
              </a:rPr>
              <a:t>java.util.concurrent</a:t>
            </a:r>
            <a:endParaRPr lang="en-IN" sz="2400" dirty="0">
              <a:cs typeface="Calibri"/>
            </a:endParaRPr>
          </a:p>
          <a:p>
            <a:pPr marL="355600" marR="186690" indent="-343535">
              <a:spcBef>
                <a:spcPts val="64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2800" dirty="0">
                <a:cs typeface="Calibri"/>
              </a:rPr>
              <a:t>import</a:t>
            </a:r>
            <a:r>
              <a:rPr lang="en-IN" sz="2800" spc="-75" dirty="0">
                <a:cs typeface="Calibri"/>
              </a:rPr>
              <a:t> </a:t>
            </a:r>
            <a:r>
              <a:rPr lang="en-IN" sz="2800" spc="-10" dirty="0">
                <a:cs typeface="Calibri"/>
              </a:rPr>
              <a:t>statements</a:t>
            </a:r>
            <a:r>
              <a:rPr lang="en-IN" sz="2800" spc="-7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occur</a:t>
            </a:r>
            <a:r>
              <a:rPr lang="en-IN" sz="2800" spc="-85" dirty="0">
                <a:cs typeface="Calibri"/>
              </a:rPr>
              <a:t> </a:t>
            </a:r>
            <a:r>
              <a:rPr lang="en-IN" sz="2800" spc="-10" dirty="0">
                <a:cs typeface="Calibri"/>
              </a:rPr>
              <a:t>immediately</a:t>
            </a:r>
            <a:r>
              <a:rPr lang="en-IN" sz="2800" spc="-9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following</a:t>
            </a:r>
            <a:r>
              <a:rPr lang="en-IN" sz="2800" spc="-80" dirty="0">
                <a:cs typeface="Calibri"/>
              </a:rPr>
              <a:t> </a:t>
            </a:r>
            <a:r>
              <a:rPr lang="en-IN" sz="2800" spc="-25" dirty="0">
                <a:cs typeface="Calibri"/>
              </a:rPr>
              <a:t>the </a:t>
            </a:r>
            <a:r>
              <a:rPr lang="en-IN" sz="2800" dirty="0">
                <a:cs typeface="Calibri"/>
              </a:rPr>
              <a:t>package</a:t>
            </a:r>
            <a:r>
              <a:rPr lang="en-IN" sz="2800" spc="-95" dirty="0">
                <a:cs typeface="Calibri"/>
              </a:rPr>
              <a:t> </a:t>
            </a:r>
            <a:r>
              <a:rPr lang="en-IN" sz="2800" spc="-20" dirty="0">
                <a:cs typeface="Calibri"/>
              </a:rPr>
              <a:t>statement</a:t>
            </a:r>
            <a:r>
              <a:rPr lang="en-IN" sz="2800" spc="-8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and</a:t>
            </a:r>
            <a:r>
              <a:rPr lang="en-IN" sz="2800" spc="-75" dirty="0">
                <a:cs typeface="Calibri"/>
              </a:rPr>
              <a:t> </a:t>
            </a:r>
            <a:r>
              <a:rPr lang="en-IN" sz="2800" spc="-10" dirty="0">
                <a:cs typeface="Calibri"/>
              </a:rPr>
              <a:t>before</a:t>
            </a:r>
            <a:r>
              <a:rPr lang="en-IN" sz="2800" spc="-9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any</a:t>
            </a:r>
            <a:r>
              <a:rPr lang="en-IN" sz="2800" spc="-95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class</a:t>
            </a:r>
            <a:r>
              <a:rPr lang="en-IN" sz="2800" spc="-90" dirty="0">
                <a:cs typeface="Calibri"/>
              </a:rPr>
              <a:t> </a:t>
            </a:r>
            <a:r>
              <a:rPr lang="en-IN" sz="2800" spc="-10" dirty="0">
                <a:cs typeface="Calibri"/>
              </a:rPr>
              <a:t>definitions</a:t>
            </a:r>
            <a:endParaRPr lang="en-IN" sz="2800" dirty="0">
              <a:cs typeface="Calibri"/>
            </a:endParaRPr>
          </a:p>
          <a:p>
            <a:pPr marL="355600"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2800" dirty="0">
                <a:cs typeface="Calibri"/>
              </a:rPr>
              <a:t> The</a:t>
            </a:r>
            <a:r>
              <a:rPr lang="en-IN" sz="2800" spc="-65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general</a:t>
            </a:r>
            <a:r>
              <a:rPr lang="en-IN" sz="2800" spc="-6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form</a:t>
            </a:r>
            <a:r>
              <a:rPr lang="en-IN" sz="2800" spc="-5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of</a:t>
            </a:r>
            <a:r>
              <a:rPr lang="en-IN" sz="2800" spc="-65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the</a:t>
            </a:r>
            <a:r>
              <a:rPr lang="en-IN" sz="2800" spc="-60" dirty="0">
                <a:cs typeface="Calibri"/>
              </a:rPr>
              <a:t> </a:t>
            </a:r>
            <a:r>
              <a:rPr lang="en-IN" sz="2800" dirty="0">
                <a:cs typeface="Calibri"/>
              </a:rPr>
              <a:t>import</a:t>
            </a:r>
            <a:r>
              <a:rPr lang="en-IN" sz="2800" spc="-40" dirty="0">
                <a:cs typeface="Calibri"/>
              </a:rPr>
              <a:t> </a:t>
            </a:r>
            <a:r>
              <a:rPr lang="en-IN" sz="2800" spc="-10" dirty="0">
                <a:cs typeface="Calibri"/>
              </a:rPr>
              <a:t>statement</a:t>
            </a:r>
            <a:endParaRPr lang="en-IN" sz="2800" dirty="0">
              <a:cs typeface="Calibri"/>
            </a:endParaRPr>
          </a:p>
          <a:p>
            <a:pPr marL="755015" lvl="1" indent="-285115">
              <a:spcBef>
                <a:spcPts val="605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IN" sz="2400" b="1" i="1" dirty="0">
                <a:cs typeface="Calibri"/>
              </a:rPr>
              <a:t>import</a:t>
            </a:r>
            <a:r>
              <a:rPr lang="en-IN" sz="2400" b="1" i="1" spc="-30" dirty="0">
                <a:cs typeface="Calibri"/>
              </a:rPr>
              <a:t> </a:t>
            </a:r>
            <a:r>
              <a:rPr lang="en-IN" sz="2400" b="1" i="1" dirty="0">
                <a:cs typeface="Calibri"/>
              </a:rPr>
              <a:t>pkg1</a:t>
            </a:r>
            <a:r>
              <a:rPr lang="en-IN" sz="2400" b="1" i="1" spc="-50" dirty="0">
                <a:cs typeface="Calibri"/>
              </a:rPr>
              <a:t> </a:t>
            </a:r>
            <a:r>
              <a:rPr lang="en-IN" sz="2400" b="1" i="1" spc="-10" dirty="0">
                <a:cs typeface="Calibri"/>
              </a:rPr>
              <a:t>[.pkg2].(</a:t>
            </a:r>
            <a:r>
              <a:rPr lang="en-IN" sz="2400" b="1" i="1" spc="-10" dirty="0" err="1">
                <a:cs typeface="Calibri"/>
              </a:rPr>
              <a:t>classname</a:t>
            </a:r>
            <a:r>
              <a:rPr lang="en-IN" sz="2400" b="1" i="1" spc="-65" dirty="0">
                <a:cs typeface="Calibri"/>
              </a:rPr>
              <a:t> </a:t>
            </a:r>
            <a:r>
              <a:rPr lang="en-IN" sz="2400" b="1" i="1" dirty="0">
                <a:cs typeface="Calibri"/>
              </a:rPr>
              <a:t>|</a:t>
            </a:r>
            <a:r>
              <a:rPr lang="en-IN" sz="2400" b="1" i="1" spc="-40" dirty="0">
                <a:cs typeface="Calibri"/>
              </a:rPr>
              <a:t> </a:t>
            </a:r>
            <a:r>
              <a:rPr lang="en-IN" sz="2400" b="1" i="1" spc="-25" dirty="0">
                <a:cs typeface="Calibri"/>
              </a:rPr>
              <a:t>*)</a:t>
            </a:r>
            <a:endParaRPr lang="en-IN" sz="2400" dirty="0">
              <a:cs typeface="Calibri"/>
            </a:endParaRPr>
          </a:p>
          <a:p>
            <a:pPr marL="755015" lvl="1" indent="-285115">
              <a:spcBef>
                <a:spcPts val="58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IN" sz="2400" b="1" i="1" dirty="0">
                <a:cs typeface="Calibri"/>
              </a:rPr>
              <a:t>import</a:t>
            </a:r>
            <a:r>
              <a:rPr lang="en-IN" sz="2400" b="1" i="1" spc="-15" dirty="0">
                <a:cs typeface="Calibri"/>
              </a:rPr>
              <a:t> </a:t>
            </a:r>
            <a:r>
              <a:rPr lang="en-IN" sz="2400" b="1" i="1" spc="-10" dirty="0" err="1">
                <a:cs typeface="Calibri"/>
              </a:rPr>
              <a:t>java.util.Scanner</a:t>
            </a:r>
            <a:endParaRPr lang="en-IN" sz="2400" dirty="0">
              <a:cs typeface="Calibri"/>
            </a:endParaRPr>
          </a:p>
          <a:p>
            <a:pPr marL="754380" marR="5080" lvl="1" indent="-285115">
              <a:spcBef>
                <a:spcPts val="575"/>
              </a:spcBef>
              <a:buFont typeface="Arial MT"/>
              <a:buChar char="–"/>
              <a:tabLst>
                <a:tab pos="756285" algn="l"/>
              </a:tabLst>
            </a:pPr>
            <a:r>
              <a:rPr lang="en-IN" sz="2400" dirty="0">
                <a:cs typeface="Calibri"/>
              </a:rPr>
              <a:t>import</a:t>
            </a:r>
            <a:r>
              <a:rPr lang="en-IN" sz="2400" spc="-40" dirty="0">
                <a:cs typeface="Calibri"/>
              </a:rPr>
              <a:t> </a:t>
            </a:r>
            <a:r>
              <a:rPr lang="en-IN" sz="2400" spc="-20" dirty="0">
                <a:cs typeface="Calibri"/>
              </a:rPr>
              <a:t>statement</a:t>
            </a:r>
            <a:r>
              <a:rPr lang="en-IN" sz="2400" spc="-55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is</a:t>
            </a:r>
            <a:r>
              <a:rPr lang="en-IN" sz="2400" spc="-40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optional,</a:t>
            </a:r>
            <a:r>
              <a:rPr lang="en-IN" sz="2400" spc="-25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class</a:t>
            </a:r>
            <a:r>
              <a:rPr lang="en-IN" sz="2400" spc="-40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can</a:t>
            </a:r>
            <a:r>
              <a:rPr lang="en-IN" sz="2400" spc="-30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be</a:t>
            </a:r>
            <a:r>
              <a:rPr lang="en-IN" sz="2400" spc="-25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used</a:t>
            </a:r>
            <a:r>
              <a:rPr lang="en-IN" sz="2400" spc="-25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with</a:t>
            </a:r>
            <a:r>
              <a:rPr lang="en-IN" sz="2400" spc="-40" dirty="0">
                <a:cs typeface="Calibri"/>
              </a:rPr>
              <a:t> </a:t>
            </a:r>
            <a:r>
              <a:rPr lang="en-IN" sz="2400" spc="-20" dirty="0">
                <a:cs typeface="Calibri"/>
              </a:rPr>
              <a:t>name 	</a:t>
            </a:r>
            <a:r>
              <a:rPr lang="en-IN" sz="2400" dirty="0">
                <a:cs typeface="Calibri"/>
              </a:rPr>
              <a:t>that</a:t>
            </a:r>
            <a:r>
              <a:rPr lang="en-IN" sz="2400" spc="-65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includes</a:t>
            </a:r>
            <a:r>
              <a:rPr lang="en-IN" sz="2400" spc="-55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full</a:t>
            </a:r>
            <a:r>
              <a:rPr lang="en-IN" sz="2400" spc="-55" dirty="0">
                <a:cs typeface="Calibri"/>
              </a:rPr>
              <a:t> </a:t>
            </a:r>
            <a:r>
              <a:rPr lang="en-IN" sz="2400" dirty="0">
                <a:cs typeface="Calibri"/>
              </a:rPr>
              <a:t>package</a:t>
            </a:r>
            <a:r>
              <a:rPr lang="en-IN" sz="2400" spc="-70" dirty="0">
                <a:cs typeface="Calibri"/>
              </a:rPr>
              <a:t> </a:t>
            </a:r>
            <a:r>
              <a:rPr lang="en-IN" sz="2400" spc="-10" dirty="0">
                <a:cs typeface="Calibri"/>
              </a:rPr>
              <a:t>hierarchy</a:t>
            </a:r>
            <a:endParaRPr lang="en-IN" sz="2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7898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650441-29F4-DE02-2292-BDC635C22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B6DB07-1E79-2D56-1531-C9F37430ABDE}"/>
              </a:ext>
            </a:extLst>
          </p:cNvPr>
          <p:cNvSpPr txBox="1"/>
          <p:nvPr/>
        </p:nvSpPr>
        <p:spPr>
          <a:xfrm>
            <a:off x="3411585" y="287522"/>
            <a:ext cx="557072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/>
              </a:rPr>
              <a:t>Package Example</a:t>
            </a: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AD61A6D8-7AB5-5007-3353-17416DC7FBB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14740" y="1040892"/>
            <a:ext cx="5708545" cy="4620449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FF43EE2A-14BC-FC0E-92DC-75EBAE874573}"/>
              </a:ext>
            </a:extLst>
          </p:cNvPr>
          <p:cNvSpPr txBox="1"/>
          <p:nvPr/>
        </p:nvSpPr>
        <p:spPr>
          <a:xfrm>
            <a:off x="6196948" y="1437791"/>
            <a:ext cx="4913644" cy="11233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1210" algn="l"/>
                <a:tab pos="1184275" algn="l"/>
                <a:tab pos="1402715" algn="l"/>
              </a:tabLst>
            </a:pPr>
            <a:r>
              <a:rPr sz="2400" b="1" spc="-10" dirty="0">
                <a:solidFill>
                  <a:srgbClr val="FFFF00"/>
                </a:solidFill>
                <a:latin typeface="Calibri"/>
                <a:cs typeface="Calibri"/>
              </a:rPr>
              <a:t>javac</a:t>
            </a:r>
            <a:r>
              <a:rPr sz="2400" b="1" dirty="0">
                <a:solidFill>
                  <a:srgbClr val="FFFF00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FFFF00"/>
                </a:solidFill>
                <a:latin typeface="Calibri"/>
                <a:cs typeface="Calibri"/>
              </a:rPr>
              <a:t>-</a:t>
            </a:r>
            <a:r>
              <a:rPr sz="2400" b="1" spc="-50" dirty="0">
                <a:solidFill>
                  <a:srgbClr val="FFFF00"/>
                </a:solidFill>
                <a:latin typeface="Calibri"/>
                <a:cs typeface="Calibri"/>
              </a:rPr>
              <a:t>d</a:t>
            </a:r>
            <a:r>
              <a:rPr sz="2400" b="1" dirty="0">
                <a:solidFill>
                  <a:srgbClr val="FFFF00"/>
                </a:solidFill>
                <a:latin typeface="Calibri"/>
                <a:cs typeface="Calibri"/>
              </a:rPr>
              <a:t>	</a:t>
            </a:r>
            <a:r>
              <a:rPr sz="2400" b="1" spc="-50" dirty="0">
                <a:solidFill>
                  <a:srgbClr val="FFFF00"/>
                </a:solidFill>
                <a:latin typeface="Calibri"/>
                <a:cs typeface="Calibri"/>
              </a:rPr>
              <a:t>.</a:t>
            </a:r>
            <a:r>
              <a:rPr sz="2400" b="1" dirty="0">
                <a:solidFill>
                  <a:srgbClr val="FFFF00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FFFF00"/>
                </a:solidFill>
                <a:latin typeface="Calibri"/>
                <a:cs typeface="Calibri"/>
              </a:rPr>
              <a:t>AccountBalance.java</a:t>
            </a:r>
            <a:endParaRPr sz="2400" dirty="0">
              <a:solidFill>
                <a:srgbClr val="FFFF0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  <a:tabLst>
                <a:tab pos="664845" algn="l"/>
              </a:tabLst>
            </a:pPr>
            <a:r>
              <a:rPr sz="2400" b="1" spc="-20" dirty="0">
                <a:solidFill>
                  <a:srgbClr val="FFFF00"/>
                </a:solidFill>
                <a:latin typeface="Calibri"/>
                <a:cs typeface="Calibri"/>
              </a:rPr>
              <a:t>java</a:t>
            </a:r>
            <a:r>
              <a:rPr sz="2400" b="1" dirty="0">
                <a:solidFill>
                  <a:srgbClr val="FFFF00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FFFF00"/>
                </a:solidFill>
                <a:latin typeface="Calibri"/>
                <a:cs typeface="Calibri"/>
              </a:rPr>
              <a:t>mypackage.AccountBalance</a:t>
            </a:r>
            <a:endParaRPr sz="2400" dirty="0">
              <a:solidFill>
                <a:srgbClr val="FFFF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9352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2EA6D75-9EC2-A697-DBE1-17D213F903BA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Access Protection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0B6CAE-5E4A-E045-B160-6D8587F575B0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625FC8C9-21BB-9BA8-770A-3B3520ECC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05356990-1545-8DCC-801A-B6D1BA493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E41941-FD90-B09E-312B-EB28DCF1842B}"/>
              </a:ext>
            </a:extLst>
          </p:cNvPr>
          <p:cNvSpPr txBox="1"/>
          <p:nvPr/>
        </p:nvSpPr>
        <p:spPr>
          <a:xfrm>
            <a:off x="1213069" y="1253796"/>
            <a:ext cx="8227087" cy="4670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spc="-10" dirty="0">
                <a:latin typeface="Calibri"/>
                <a:cs typeface="Calibri"/>
              </a:rPr>
              <a:t>Packages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act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as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containers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for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classes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and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other subordinate</a:t>
            </a:r>
            <a:r>
              <a:rPr lang="en-US" sz="2800" spc="-10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packages</a:t>
            </a:r>
            <a:endParaRPr lang="en-US"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dirty="0">
                <a:latin typeface="Calibri"/>
                <a:cs typeface="Calibri"/>
              </a:rPr>
              <a:t>Classes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act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as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containers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for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data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and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code</a:t>
            </a:r>
            <a:endParaRPr lang="en-US"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class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is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spc="-30" dirty="0">
                <a:latin typeface="Calibri"/>
                <a:cs typeface="Calibri"/>
              </a:rPr>
              <a:t>Java’s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smallest</a:t>
            </a:r>
            <a:r>
              <a:rPr lang="en-US" sz="2800" spc="-3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unit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of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abstraction</a:t>
            </a:r>
            <a:endParaRPr lang="en-US"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dirty="0">
                <a:latin typeface="Calibri"/>
                <a:cs typeface="Calibri"/>
              </a:rPr>
              <a:t>Four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categories</a:t>
            </a:r>
            <a:r>
              <a:rPr lang="en-US" sz="2800" spc="-8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of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visibility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for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class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members</a:t>
            </a:r>
            <a:endParaRPr lang="en-US" sz="28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sz="2400" dirty="0">
                <a:latin typeface="Calibri"/>
                <a:cs typeface="Calibri"/>
              </a:rPr>
              <a:t>Subclasses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same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package</a:t>
            </a:r>
            <a:endParaRPr lang="en-US" sz="24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58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sz="2400" spc="-20" dirty="0">
                <a:latin typeface="Calibri"/>
                <a:cs typeface="Calibri"/>
              </a:rPr>
              <a:t>Non-</a:t>
            </a:r>
            <a:r>
              <a:rPr lang="en-US" sz="2400" dirty="0">
                <a:latin typeface="Calibri"/>
                <a:cs typeface="Calibri"/>
              </a:rPr>
              <a:t>subclasses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same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package</a:t>
            </a:r>
            <a:endParaRPr lang="en-US" sz="24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sz="2400" dirty="0">
                <a:latin typeface="Calibri"/>
                <a:cs typeface="Calibri"/>
              </a:rPr>
              <a:t>Subclasses</a:t>
            </a:r>
            <a:r>
              <a:rPr lang="en-US" sz="2400" spc="-7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</a:t>
            </a:r>
            <a:r>
              <a:rPr lang="en-US" sz="2400" spc="-60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different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package</a:t>
            </a:r>
            <a:endParaRPr lang="en-US" sz="2400" dirty="0">
              <a:latin typeface="Calibri"/>
              <a:cs typeface="Calibri"/>
            </a:endParaRPr>
          </a:p>
          <a:p>
            <a:pPr marL="754380" marR="490220" lvl="1" indent="-285115">
              <a:lnSpc>
                <a:spcPct val="100000"/>
              </a:lnSpc>
              <a:spcBef>
                <a:spcPts val="580"/>
              </a:spcBef>
              <a:buFont typeface="Arial MT"/>
              <a:buChar char="–"/>
              <a:tabLst>
                <a:tab pos="756285" algn="l"/>
              </a:tabLst>
            </a:pPr>
            <a:r>
              <a:rPr lang="en-US" sz="2400" dirty="0">
                <a:latin typeface="Calibri"/>
                <a:cs typeface="Calibri"/>
              </a:rPr>
              <a:t>Classes</a:t>
            </a:r>
            <a:r>
              <a:rPr lang="en-US" sz="2400" spc="-6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that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are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neither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same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package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spc="-25" dirty="0">
                <a:latin typeface="Calibri"/>
                <a:cs typeface="Calibri"/>
              </a:rPr>
              <a:t>nor 	</a:t>
            </a:r>
            <a:r>
              <a:rPr lang="en-US" sz="2400" spc="-10" dirty="0">
                <a:latin typeface="Calibri"/>
                <a:cs typeface="Calibri"/>
              </a:rPr>
              <a:t>subclasses</a:t>
            </a:r>
            <a:endParaRPr lang="en-US"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3510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CBF76-950F-9FA3-96EB-F5EB02AFE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893E790-B158-D8BF-F5F9-9B1B38DFDBA7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Access Protection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3B9193-6ADC-EA84-5A54-2EC508E02BCE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011A58A2-442D-7207-E82C-224A53F6C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C90FF65B-B4DE-6774-934C-6D066945F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92F5A8-E4F4-05EC-D5DD-5D34F3EAD902}"/>
              </a:ext>
            </a:extLst>
          </p:cNvPr>
          <p:cNvSpPr txBox="1"/>
          <p:nvPr/>
        </p:nvSpPr>
        <p:spPr>
          <a:xfrm>
            <a:off x="1213069" y="1253796"/>
            <a:ext cx="9377894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three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access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modifiers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provide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variety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of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ways </a:t>
            </a:r>
            <a:r>
              <a:rPr lang="en-US" sz="2800" dirty="0">
                <a:latin typeface="Calibri"/>
                <a:cs typeface="Calibri"/>
              </a:rPr>
              <a:t>to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produce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many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levels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of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access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required</a:t>
            </a:r>
            <a:endParaRPr lang="en-US"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10"/>
              </a:spcBef>
            </a:pPr>
            <a:r>
              <a:rPr lang="en-US" sz="2400" dirty="0">
                <a:latin typeface="Arial MT"/>
                <a:cs typeface="Arial MT"/>
              </a:rPr>
              <a:t>–</a:t>
            </a:r>
            <a:r>
              <a:rPr lang="en-US" sz="2400" spc="175" dirty="0">
                <a:latin typeface="Arial MT"/>
                <a:cs typeface="Arial MT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private,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public,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and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protected</a:t>
            </a:r>
            <a:endParaRPr lang="en-US"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following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applies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only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to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members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of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classes</a:t>
            </a:r>
            <a:endParaRPr lang="en-US" sz="2800" dirty="0">
              <a:latin typeface="Calibri"/>
              <a:cs typeface="Calibri"/>
            </a:endParaRP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538C1B6C-F11B-A4F7-2A7D-F225EC47D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000259"/>
              </p:ext>
            </p:extLst>
          </p:nvPr>
        </p:nvGraphicFramePr>
        <p:xfrm>
          <a:off x="1213069" y="3379206"/>
          <a:ext cx="8919207" cy="2379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9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44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5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Private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sz="20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Modifier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Protected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Public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Same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class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Yes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Yes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Yes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Yes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Same</a:t>
                      </a:r>
                      <a:r>
                        <a:rPr sz="20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package</a:t>
                      </a:r>
                      <a:r>
                        <a:rPr sz="20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subclass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No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Yes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Yes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Yes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Same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package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non-subclass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No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Yes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Yes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Yes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Different</a:t>
                      </a:r>
                      <a:r>
                        <a:rPr sz="20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package</a:t>
                      </a:r>
                      <a:r>
                        <a:rPr sz="20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subclass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No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No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Yes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Yes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Different</a:t>
                      </a:r>
                      <a:r>
                        <a:rPr sz="20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package</a:t>
                      </a:r>
                      <a:r>
                        <a:rPr sz="20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non-subclass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No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No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No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Yes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291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C82B5-73E8-3A56-C25C-9E4D8B94B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56E84C3-5A69-202C-F74C-EA15E1787CFB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Access Protection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906FB4-5D13-F4DE-E6FD-CEA4B26F7BFB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3E5C6750-4410-53ED-3AF2-D9FBAF1C6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206208F6-F043-4645-425A-B49ECF71B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FB997C-8441-5B28-09BC-5C5C23C4A6AF}"/>
              </a:ext>
            </a:extLst>
          </p:cNvPr>
          <p:cNvSpPr txBox="1"/>
          <p:nvPr/>
        </p:nvSpPr>
        <p:spPr>
          <a:xfrm>
            <a:off x="1213069" y="1253796"/>
            <a:ext cx="9377894" cy="423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812800" indent="-343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dirty="0">
                <a:latin typeface="Calibri"/>
                <a:cs typeface="Calibri"/>
              </a:rPr>
              <a:t>Anything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declared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b="1" i="1" dirty="0">
                <a:latin typeface="Calibri"/>
                <a:cs typeface="Calibri"/>
              </a:rPr>
              <a:t>public</a:t>
            </a:r>
            <a:r>
              <a:rPr lang="en-US" sz="2800" b="1" i="1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can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be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accessed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from </a:t>
            </a:r>
            <a:r>
              <a:rPr lang="en-US" sz="2800" spc="-10" dirty="0">
                <a:latin typeface="Calibri"/>
                <a:cs typeface="Calibri"/>
              </a:rPr>
              <a:t>anywhere</a:t>
            </a:r>
            <a:endParaRPr lang="en-US" sz="2800" dirty="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dirty="0">
                <a:latin typeface="Calibri"/>
                <a:cs typeface="Calibri"/>
              </a:rPr>
              <a:t>Anything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declared</a:t>
            </a:r>
            <a:r>
              <a:rPr lang="en-US" sz="2800" spc="-85" dirty="0">
                <a:latin typeface="Calibri"/>
                <a:cs typeface="Calibri"/>
              </a:rPr>
              <a:t> </a:t>
            </a:r>
            <a:r>
              <a:rPr lang="en-US" sz="2800" b="1" i="1" dirty="0">
                <a:latin typeface="Calibri"/>
                <a:cs typeface="Calibri"/>
              </a:rPr>
              <a:t>private</a:t>
            </a:r>
            <a:r>
              <a:rPr lang="en-US" sz="2800" b="1" i="1" spc="-8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cannot</a:t>
            </a:r>
            <a:r>
              <a:rPr lang="en-US" sz="2800" spc="-9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be</a:t>
            </a:r>
            <a:r>
              <a:rPr lang="en-US" sz="2800" spc="-10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seen</a:t>
            </a:r>
            <a:r>
              <a:rPr lang="en-US" sz="2800" spc="-10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outside</a:t>
            </a:r>
            <a:r>
              <a:rPr lang="en-US" sz="2800" spc="-85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of </a:t>
            </a:r>
            <a:r>
              <a:rPr lang="en-US" sz="2800" dirty="0">
                <a:latin typeface="Calibri"/>
                <a:cs typeface="Calibri"/>
              </a:rPr>
              <a:t>its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class</a:t>
            </a:r>
            <a:endParaRPr lang="en-US" sz="2800" dirty="0">
              <a:latin typeface="Calibri"/>
              <a:cs typeface="Calibri"/>
            </a:endParaRPr>
          </a:p>
          <a:p>
            <a:pPr marL="355600" marR="292735" indent="-3435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dirty="0">
                <a:latin typeface="Calibri"/>
                <a:cs typeface="Calibri"/>
              </a:rPr>
              <a:t>When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member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does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not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have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explicit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access specification,</a:t>
            </a:r>
            <a:r>
              <a:rPr lang="en-US" sz="2800" spc="-3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it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is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visible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to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subclasses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as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well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as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to </a:t>
            </a:r>
            <a:r>
              <a:rPr lang="en-US" sz="2800" dirty="0">
                <a:latin typeface="Calibri"/>
                <a:cs typeface="Calibri"/>
              </a:rPr>
              <a:t>other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classes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in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same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package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(</a:t>
            </a:r>
            <a:r>
              <a:rPr lang="en-US" sz="2800" b="1" i="1" dirty="0">
                <a:latin typeface="Calibri"/>
                <a:cs typeface="Calibri"/>
              </a:rPr>
              <a:t>default</a:t>
            </a:r>
            <a:r>
              <a:rPr lang="en-US" sz="2800" b="1" i="1" spc="-45" dirty="0">
                <a:latin typeface="Calibri"/>
                <a:cs typeface="Calibri"/>
              </a:rPr>
              <a:t> </a:t>
            </a:r>
            <a:r>
              <a:rPr lang="en-US" sz="2800" b="1" i="1" spc="-10" dirty="0">
                <a:latin typeface="Calibri"/>
                <a:cs typeface="Calibri"/>
              </a:rPr>
              <a:t>access</a:t>
            </a:r>
            <a:r>
              <a:rPr lang="en-US" sz="2800" spc="-10" dirty="0">
                <a:latin typeface="Calibri"/>
                <a:cs typeface="Calibri"/>
              </a:rPr>
              <a:t>)</a:t>
            </a:r>
            <a:endParaRPr lang="en-US" sz="2800" dirty="0">
              <a:latin typeface="Calibri"/>
              <a:cs typeface="Calibri"/>
            </a:endParaRPr>
          </a:p>
          <a:p>
            <a:pPr marL="355600" marR="267970" indent="-3435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dirty="0">
                <a:latin typeface="Calibri"/>
                <a:cs typeface="Calibri"/>
              </a:rPr>
              <a:t>If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you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want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to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allow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element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to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be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seen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outside </a:t>
            </a:r>
            <a:r>
              <a:rPr lang="en-US" sz="2800" dirty="0">
                <a:latin typeface="Calibri"/>
                <a:cs typeface="Calibri"/>
              </a:rPr>
              <a:t>your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current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package,</a:t>
            </a:r>
            <a:r>
              <a:rPr lang="en-US" sz="2800" spc="-10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but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only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to</a:t>
            </a:r>
            <a:r>
              <a:rPr lang="en-US" sz="2800" spc="-9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classes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that </a:t>
            </a:r>
            <a:r>
              <a:rPr lang="en-US" sz="2800" dirty="0">
                <a:latin typeface="Calibri"/>
                <a:cs typeface="Calibri"/>
              </a:rPr>
              <a:t>subclass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8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class</a:t>
            </a:r>
            <a:r>
              <a:rPr lang="en-US" sz="2800" spc="-85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directly,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declare</a:t>
            </a:r>
            <a:r>
              <a:rPr lang="en-US" sz="2800" spc="-9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that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b="1" i="1" spc="-10" dirty="0">
                <a:latin typeface="Calibri"/>
                <a:cs typeface="Calibri"/>
              </a:rPr>
              <a:t>protected</a:t>
            </a:r>
            <a:endParaRPr lang="en-US"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7574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7EA17-C85B-1DBD-3EFD-A8FF70D91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2A992C3-8C68-0F3A-FB19-0EEAC48D85EE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Access Protection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16F1EB-2C96-6601-626A-5772D7D727A5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0E90A017-27EC-D907-E2F5-5E4FEF36E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3968D6C2-8A6E-85F1-9FF3-FD94CFF57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0A7B63-AD4B-1B5D-21DC-FDFE38ADFBD6}"/>
              </a:ext>
            </a:extLst>
          </p:cNvPr>
          <p:cNvSpPr txBox="1"/>
          <p:nvPr/>
        </p:nvSpPr>
        <p:spPr>
          <a:xfrm>
            <a:off x="1213069" y="1253796"/>
            <a:ext cx="9377894" cy="423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10870" indent="-343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non-</a:t>
            </a:r>
            <a:r>
              <a:rPr lang="en-US" sz="2800" dirty="0">
                <a:latin typeface="Calibri"/>
                <a:cs typeface="Calibri"/>
              </a:rPr>
              <a:t>nested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class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has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only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two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possible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access levels</a:t>
            </a:r>
            <a:endParaRPr lang="en-US"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10"/>
              </a:spcBef>
            </a:pPr>
            <a:r>
              <a:rPr lang="en-US" sz="2400" dirty="0">
                <a:latin typeface="Arial MT"/>
                <a:cs typeface="Arial MT"/>
              </a:rPr>
              <a:t>–</a:t>
            </a:r>
            <a:r>
              <a:rPr lang="en-US" sz="2400" spc="155" dirty="0">
                <a:latin typeface="Arial MT"/>
                <a:cs typeface="Arial MT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default</a:t>
            </a:r>
            <a:r>
              <a:rPr lang="en-US" sz="2400" b="1" spc="-5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and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public</a:t>
            </a:r>
            <a:r>
              <a:rPr lang="en-US" sz="2400" b="1" spc="-5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(others</a:t>
            </a:r>
            <a:r>
              <a:rPr lang="en-US" sz="2400" spc="-7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are</a:t>
            </a:r>
            <a:r>
              <a:rPr lang="en-US" sz="2400" spc="-60" dirty="0">
                <a:latin typeface="Calibri"/>
                <a:cs typeface="Calibri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abstract</a:t>
            </a:r>
            <a:r>
              <a:rPr lang="en-US" sz="2400" b="1" spc="-5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and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final</a:t>
            </a:r>
            <a:r>
              <a:rPr lang="en-US" sz="2400" spc="-10" dirty="0">
                <a:latin typeface="Calibri"/>
                <a:cs typeface="Calibri"/>
              </a:rPr>
              <a:t>)</a:t>
            </a:r>
            <a:endParaRPr lang="en-US" sz="2400" dirty="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dirty="0">
                <a:latin typeface="Calibri"/>
                <a:cs typeface="Calibri"/>
              </a:rPr>
              <a:t>When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class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is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declared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as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public,</a:t>
            </a:r>
            <a:r>
              <a:rPr lang="en-US" sz="2800" spc="-2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it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is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accessible</a:t>
            </a:r>
            <a:r>
              <a:rPr lang="en-US" sz="2800" spc="-30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by </a:t>
            </a:r>
            <a:r>
              <a:rPr lang="en-US" sz="2800" dirty="0">
                <a:latin typeface="Calibri"/>
                <a:cs typeface="Calibri"/>
              </a:rPr>
              <a:t>any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other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code</a:t>
            </a:r>
            <a:endParaRPr lang="en-US" sz="2800" dirty="0">
              <a:latin typeface="Calibri"/>
              <a:cs typeface="Calibri"/>
            </a:endParaRPr>
          </a:p>
          <a:p>
            <a:pPr marL="355600" marR="601980" indent="-3435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dirty="0">
                <a:latin typeface="Calibri"/>
                <a:cs typeface="Calibri"/>
              </a:rPr>
              <a:t>If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class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has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default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access,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then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it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can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only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be </a:t>
            </a:r>
            <a:r>
              <a:rPr lang="en-US" sz="2800" dirty="0">
                <a:latin typeface="Calibri"/>
                <a:cs typeface="Calibri"/>
              </a:rPr>
              <a:t>accessed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by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other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code</a:t>
            </a:r>
            <a:r>
              <a:rPr lang="en-US" sz="2800" spc="-3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within</a:t>
            </a:r>
            <a:r>
              <a:rPr lang="en-US" sz="2800" spc="-3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its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same</a:t>
            </a:r>
            <a:r>
              <a:rPr lang="en-US" sz="2800" spc="-3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package</a:t>
            </a:r>
            <a:endParaRPr lang="en-US" sz="2800" dirty="0">
              <a:latin typeface="Calibri"/>
              <a:cs typeface="Calibri"/>
            </a:endParaRPr>
          </a:p>
          <a:p>
            <a:pPr marL="355600" marR="100330" indent="-3435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dirty="0">
                <a:latin typeface="Calibri"/>
                <a:cs typeface="Calibri"/>
              </a:rPr>
              <a:t>When</a:t>
            </a:r>
            <a:r>
              <a:rPr lang="en-US" sz="2800" spc="-3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class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is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public,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it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must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be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only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public </a:t>
            </a:r>
            <a:r>
              <a:rPr lang="en-US" sz="2800" dirty="0">
                <a:latin typeface="Calibri"/>
                <a:cs typeface="Calibri"/>
              </a:rPr>
              <a:t>class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declared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in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file,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and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file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must</a:t>
            </a:r>
            <a:r>
              <a:rPr lang="en-US" sz="2800" spc="-3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have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the </a:t>
            </a:r>
            <a:r>
              <a:rPr lang="en-US" sz="2800" dirty="0">
                <a:latin typeface="Calibri"/>
                <a:cs typeface="Calibri"/>
              </a:rPr>
              <a:t>same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name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as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class</a:t>
            </a:r>
            <a:endParaRPr lang="en-US"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6302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DDE1A4-91F6-82DD-1498-17BD7B8BE237}"/>
              </a:ext>
            </a:extLst>
          </p:cNvPr>
          <p:cNvSpPr txBox="1"/>
          <p:nvPr/>
        </p:nvSpPr>
        <p:spPr>
          <a:xfrm>
            <a:off x="2125980" y="1508760"/>
            <a:ext cx="8766810" cy="416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2C0AC7-0EE7-1382-A210-30F8ED3C7634}"/>
              </a:ext>
            </a:extLst>
          </p:cNvPr>
          <p:cNvSpPr txBox="1"/>
          <p:nvPr/>
        </p:nvSpPr>
        <p:spPr>
          <a:xfrm>
            <a:off x="255270" y="1882737"/>
            <a:ext cx="11681459" cy="20005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4000" b="1" dirty="0">
                <a:solidFill>
                  <a:schemeClr val="accent4">
                    <a:lumMod val="50000"/>
                  </a:schemeClr>
                </a:solidFill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Interface</a:t>
            </a:r>
          </a:p>
          <a:p>
            <a:pPr algn="ctr"/>
            <a:br>
              <a:rPr lang="en-GB" sz="4000" b="1" dirty="0">
                <a:latin typeface="Cambria"/>
              </a:rPr>
            </a:br>
            <a:endParaRPr lang="en-GB" sz="4400" b="1" dirty="0">
              <a:solidFill>
                <a:schemeClr val="accent4">
                  <a:lumMod val="50000"/>
                </a:schemeClr>
              </a:solidFill>
              <a:latin typeface="Times New Roman"/>
              <a:ea typeface="Cambria"/>
              <a:cs typeface="Times New Roman"/>
            </a:endParaRPr>
          </a:p>
        </p:txBody>
      </p:sp>
      <p:pic>
        <p:nvPicPr>
          <p:cNvPr id="10" name="Picture 9" descr="A close-up of a logo&#10;&#10;Description automatically generated">
            <a:extLst>
              <a:ext uri="{FF2B5EF4-FFF2-40B4-BE49-F238E27FC236}">
                <a16:creationId xmlns:a16="http://schemas.microsoft.com/office/drawing/2014/main" id="{F043AF98-A905-E6A7-7BE6-F17948863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51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29785-D186-EA76-7E38-DE2BB4878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58D699A-6C37-15EE-6DD5-21C2CFA5CC75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Interface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02579C-B7DD-651E-E032-A89F22D5E9C2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DB2F866E-CDB2-387E-08BB-285B37FC6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71A3EB99-29D8-8352-1C1F-B92289E6C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0E6787-B7DA-8CA2-3451-D420C52711D4}"/>
              </a:ext>
            </a:extLst>
          </p:cNvPr>
          <p:cNvSpPr txBox="1"/>
          <p:nvPr/>
        </p:nvSpPr>
        <p:spPr>
          <a:xfrm>
            <a:off x="1213069" y="1253796"/>
            <a:ext cx="9377894" cy="453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1045844" indent="-343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dirty="0">
                <a:latin typeface="Calibri"/>
                <a:cs typeface="Calibri"/>
              </a:rPr>
              <a:t>We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can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call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it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pure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abstract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class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having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no </a:t>
            </a:r>
            <a:r>
              <a:rPr lang="en-US" sz="2800" spc="-10" dirty="0">
                <a:latin typeface="Calibri"/>
                <a:cs typeface="Calibri"/>
              </a:rPr>
              <a:t>concrete</a:t>
            </a:r>
            <a:r>
              <a:rPr lang="en-US" sz="2800" spc="-9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methods</a:t>
            </a:r>
            <a:endParaRPr lang="en-US" sz="28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61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sz="2400" dirty="0">
                <a:latin typeface="Calibri"/>
                <a:cs typeface="Calibri"/>
              </a:rPr>
              <a:t>All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methods</a:t>
            </a:r>
            <a:r>
              <a:rPr lang="en-US" sz="2400" spc="-8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declared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interface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are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implicitly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public</a:t>
            </a:r>
            <a:endParaRPr lang="en-US" sz="2400" dirty="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</a:pPr>
            <a:r>
              <a:rPr lang="en-US" sz="2400" dirty="0">
                <a:latin typeface="Calibri"/>
                <a:cs typeface="Calibri"/>
              </a:rPr>
              <a:t>and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abstract</a:t>
            </a:r>
            <a:endParaRPr lang="en-US" sz="2400" dirty="0">
              <a:latin typeface="Calibri"/>
              <a:cs typeface="Calibri"/>
            </a:endParaRPr>
          </a:p>
          <a:p>
            <a:pPr marL="754380" marR="5080" lvl="1" indent="-285115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756285" algn="l"/>
              </a:tabLst>
            </a:pPr>
            <a:r>
              <a:rPr lang="en-US" sz="2400" dirty="0">
                <a:latin typeface="Calibri"/>
                <a:cs typeface="Calibri"/>
              </a:rPr>
              <a:t>All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variables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declared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interface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are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implicitly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public</a:t>
            </a:r>
            <a:r>
              <a:rPr lang="en-US" sz="2400" spc="-10" dirty="0">
                <a:latin typeface="Calibri"/>
                <a:cs typeface="Calibri"/>
              </a:rPr>
              <a:t>, 	</a:t>
            </a:r>
            <a:r>
              <a:rPr lang="en-US" sz="2400" b="1" dirty="0">
                <a:latin typeface="Calibri"/>
                <a:cs typeface="Calibri"/>
              </a:rPr>
              <a:t>static</a:t>
            </a:r>
            <a:r>
              <a:rPr lang="en-US" sz="2400" b="1" spc="-8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and</a:t>
            </a:r>
            <a:r>
              <a:rPr lang="en-US" sz="2400" spc="-95" dirty="0">
                <a:latin typeface="Calibri"/>
                <a:cs typeface="Calibri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final</a:t>
            </a:r>
            <a:endParaRPr lang="en-US"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i="1" dirty="0">
                <a:latin typeface="Calibri"/>
                <a:cs typeface="Calibri"/>
              </a:rPr>
              <a:t>An</a:t>
            </a:r>
            <a:r>
              <a:rPr lang="en-US" sz="2800" i="1" spc="-65" dirty="0">
                <a:latin typeface="Calibri"/>
                <a:cs typeface="Calibri"/>
              </a:rPr>
              <a:t> </a:t>
            </a:r>
            <a:r>
              <a:rPr lang="en-US" sz="2800" i="1" spc="-10" dirty="0">
                <a:latin typeface="Calibri"/>
                <a:cs typeface="Calibri"/>
              </a:rPr>
              <a:t>interface</a:t>
            </a:r>
            <a:r>
              <a:rPr lang="en-US" sz="2800" i="1" spc="-70" dirty="0">
                <a:latin typeface="Calibri"/>
                <a:cs typeface="Calibri"/>
              </a:rPr>
              <a:t> </a:t>
            </a:r>
            <a:r>
              <a:rPr lang="en-US" sz="2800" i="1" dirty="0">
                <a:latin typeface="Calibri"/>
                <a:cs typeface="Calibri"/>
              </a:rPr>
              <a:t>can’t</a:t>
            </a:r>
            <a:r>
              <a:rPr lang="en-US" sz="2800" i="1" spc="-60" dirty="0">
                <a:latin typeface="Calibri"/>
                <a:cs typeface="Calibri"/>
              </a:rPr>
              <a:t> </a:t>
            </a:r>
            <a:r>
              <a:rPr lang="en-US" sz="2800" i="1" dirty="0">
                <a:latin typeface="Calibri"/>
                <a:cs typeface="Calibri"/>
              </a:rPr>
              <a:t>have</a:t>
            </a:r>
            <a:r>
              <a:rPr lang="en-US" sz="2800" i="1" spc="-55" dirty="0">
                <a:latin typeface="Calibri"/>
                <a:cs typeface="Calibri"/>
              </a:rPr>
              <a:t> </a:t>
            </a:r>
            <a:r>
              <a:rPr lang="en-US" sz="2800" i="1" spc="-10" dirty="0">
                <a:latin typeface="Calibri"/>
                <a:cs typeface="Calibri"/>
              </a:rPr>
              <a:t>instance</a:t>
            </a:r>
            <a:r>
              <a:rPr lang="en-US" sz="2800" i="1" spc="-70" dirty="0">
                <a:latin typeface="Calibri"/>
                <a:cs typeface="Calibri"/>
              </a:rPr>
              <a:t> </a:t>
            </a:r>
            <a:r>
              <a:rPr lang="en-US" sz="2800" i="1" dirty="0">
                <a:latin typeface="Calibri"/>
                <a:cs typeface="Calibri"/>
              </a:rPr>
              <a:t>variables,</a:t>
            </a:r>
            <a:r>
              <a:rPr lang="en-US" sz="2800" i="1" spc="-55" dirty="0">
                <a:latin typeface="Calibri"/>
                <a:cs typeface="Calibri"/>
              </a:rPr>
              <a:t> </a:t>
            </a:r>
            <a:r>
              <a:rPr lang="en-US" sz="2800" i="1" dirty="0">
                <a:latin typeface="Calibri"/>
                <a:cs typeface="Calibri"/>
              </a:rPr>
              <a:t>so</a:t>
            </a:r>
            <a:r>
              <a:rPr lang="en-US" sz="2800" i="1" spc="-50" dirty="0">
                <a:latin typeface="Calibri"/>
                <a:cs typeface="Calibri"/>
              </a:rPr>
              <a:t> </a:t>
            </a:r>
            <a:r>
              <a:rPr lang="en-US" sz="2800" i="1" spc="-10" dirty="0">
                <a:latin typeface="Calibri"/>
                <a:cs typeface="Calibri"/>
              </a:rPr>
              <a:t>can’t</a:t>
            </a:r>
            <a:endParaRPr lang="en-US" sz="28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lang="en-US" sz="2800" i="1" dirty="0">
                <a:latin typeface="Calibri"/>
                <a:cs typeface="Calibri"/>
              </a:rPr>
              <a:t>maintain</a:t>
            </a:r>
            <a:r>
              <a:rPr lang="en-US" sz="2800" i="1" spc="-120" dirty="0">
                <a:latin typeface="Calibri"/>
                <a:cs typeface="Calibri"/>
              </a:rPr>
              <a:t> </a:t>
            </a:r>
            <a:r>
              <a:rPr lang="en-US" sz="2800" i="1" dirty="0">
                <a:latin typeface="Calibri"/>
                <a:cs typeface="Calibri"/>
              </a:rPr>
              <a:t>state</a:t>
            </a:r>
            <a:r>
              <a:rPr lang="en-US" sz="2800" i="1" spc="-130" dirty="0">
                <a:latin typeface="Calibri"/>
                <a:cs typeface="Calibri"/>
              </a:rPr>
              <a:t> </a:t>
            </a:r>
            <a:r>
              <a:rPr lang="en-US" sz="2800" i="1" dirty="0">
                <a:latin typeface="Calibri"/>
                <a:cs typeface="Calibri"/>
              </a:rPr>
              <a:t>information</a:t>
            </a:r>
            <a:r>
              <a:rPr lang="en-US" sz="2800" i="1" spc="-110" dirty="0">
                <a:latin typeface="Calibri"/>
                <a:cs typeface="Calibri"/>
              </a:rPr>
              <a:t> </a:t>
            </a:r>
            <a:r>
              <a:rPr lang="en-US" sz="2800" i="1" dirty="0">
                <a:latin typeface="Calibri"/>
                <a:cs typeface="Calibri"/>
              </a:rPr>
              <a:t>unlike</a:t>
            </a:r>
            <a:r>
              <a:rPr lang="en-US" sz="2800" i="1" spc="-114" dirty="0">
                <a:latin typeface="Calibri"/>
                <a:cs typeface="Calibri"/>
              </a:rPr>
              <a:t> </a:t>
            </a:r>
            <a:r>
              <a:rPr lang="en-US" sz="2800" i="1" spc="-10" dirty="0">
                <a:latin typeface="Calibri"/>
                <a:cs typeface="Calibri"/>
              </a:rPr>
              <a:t>class</a:t>
            </a:r>
            <a:endParaRPr lang="en-US" sz="2800" dirty="0">
              <a:latin typeface="Calibri"/>
              <a:cs typeface="Calibri"/>
            </a:endParaRPr>
          </a:p>
          <a:p>
            <a:pPr marL="355600" marR="464184" indent="-3435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class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can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only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extend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from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single</a:t>
            </a:r>
            <a:r>
              <a:rPr lang="en-US" sz="2800" b="1" spc="-50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class</a:t>
            </a:r>
            <a:r>
              <a:rPr lang="en-US" sz="2800" dirty="0">
                <a:latin typeface="Calibri"/>
                <a:cs typeface="Calibri"/>
              </a:rPr>
              <a:t>,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but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spc="-50" dirty="0">
                <a:latin typeface="Calibri"/>
                <a:cs typeface="Calibri"/>
              </a:rPr>
              <a:t>a </a:t>
            </a:r>
            <a:r>
              <a:rPr lang="en-US" sz="2800" dirty="0">
                <a:latin typeface="Calibri"/>
                <a:cs typeface="Calibri"/>
              </a:rPr>
              <a:t>class</a:t>
            </a:r>
            <a:r>
              <a:rPr lang="en-US" sz="2800" spc="-10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can</a:t>
            </a:r>
            <a:r>
              <a:rPr lang="en-US" sz="2800" spc="-10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implement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multiple</a:t>
            </a:r>
            <a:r>
              <a:rPr lang="en-US" sz="2800" b="1" spc="-110" dirty="0">
                <a:latin typeface="Calibri"/>
                <a:cs typeface="Calibri"/>
              </a:rPr>
              <a:t> </a:t>
            </a:r>
            <a:r>
              <a:rPr lang="en-US" sz="2800" b="1" spc="-10" dirty="0">
                <a:latin typeface="Calibri"/>
                <a:cs typeface="Calibri"/>
              </a:rPr>
              <a:t>interfaces</a:t>
            </a:r>
            <a:endParaRPr lang="en-US"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9513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1A8A9-75CF-AC0D-C763-F6F07E9A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A4D4F6B-F3FF-28FE-668F-16F4466F872F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Implementing Interface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5E74BB-A088-FCFE-EA3C-FB3457F45F2D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BDCDB11E-6EF4-6FDD-F0CC-6021C0311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52537A68-6D0F-5869-8147-3B679CA42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0A6151-3C28-0286-0B83-FD37BE39EA0E}"/>
              </a:ext>
            </a:extLst>
          </p:cNvPr>
          <p:cNvSpPr txBox="1"/>
          <p:nvPr/>
        </p:nvSpPr>
        <p:spPr>
          <a:xfrm>
            <a:off x="1213069" y="1253796"/>
            <a:ext cx="9377894" cy="453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339090" indent="-343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dirty="0">
                <a:latin typeface="Calibri"/>
                <a:cs typeface="Calibri"/>
              </a:rPr>
              <a:t>When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you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implement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</a:t>
            </a:r>
            <a:r>
              <a:rPr lang="en-US" sz="2800" spc="-8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interface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method,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it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must </a:t>
            </a:r>
            <a:r>
              <a:rPr lang="en-US" sz="2800" dirty="0">
                <a:latin typeface="Calibri"/>
                <a:cs typeface="Calibri"/>
              </a:rPr>
              <a:t>be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declared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as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public</a:t>
            </a:r>
            <a:endParaRPr lang="en-US" sz="2800" dirty="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dirty="0">
                <a:latin typeface="Calibri"/>
                <a:cs typeface="Calibri"/>
              </a:rPr>
              <a:t>By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implementing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interface,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class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signs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contract </a:t>
            </a:r>
            <a:r>
              <a:rPr lang="en-US" sz="2800" dirty="0">
                <a:latin typeface="Calibri"/>
                <a:cs typeface="Calibri"/>
              </a:rPr>
              <a:t>with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compiler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that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it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will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definitely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provide implementation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of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all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methods</a:t>
            </a:r>
            <a:endParaRPr lang="en-US" sz="28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61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sz="2400" dirty="0">
                <a:latin typeface="Calibri"/>
                <a:cs typeface="Calibri"/>
              </a:rPr>
              <a:t>If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it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fails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to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do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so,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class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will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be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considered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as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abstract</a:t>
            </a:r>
            <a:endParaRPr lang="en-US" sz="2400" dirty="0">
              <a:latin typeface="Calibri"/>
              <a:cs typeface="Calibri"/>
            </a:endParaRPr>
          </a:p>
          <a:p>
            <a:pPr marL="754380" marR="121920" lvl="1" indent="-285115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756285" algn="l"/>
              </a:tabLst>
            </a:pPr>
            <a:r>
              <a:rPr lang="en-US" sz="2400" dirty="0">
                <a:latin typeface="Calibri"/>
                <a:cs typeface="Calibri"/>
              </a:rPr>
              <a:t>Then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it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must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be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declared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as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abstract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and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no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object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of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that 	</a:t>
            </a:r>
            <a:r>
              <a:rPr lang="en-US" sz="2400" dirty="0">
                <a:latin typeface="Calibri"/>
                <a:cs typeface="Calibri"/>
              </a:rPr>
              <a:t>class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can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be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created</a:t>
            </a:r>
            <a:endParaRPr lang="en-US" sz="2400" dirty="0">
              <a:latin typeface="Calibri"/>
              <a:cs typeface="Calibri"/>
            </a:endParaRPr>
          </a:p>
          <a:p>
            <a:pPr marL="355600" marR="277495" indent="-343535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dirty="0">
                <a:latin typeface="Calibri"/>
                <a:cs typeface="Calibri"/>
              </a:rPr>
              <a:t>An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abstract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class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specifies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what</a:t>
            </a:r>
            <a:r>
              <a:rPr lang="en-US" sz="2800" b="1" spc="-70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an</a:t>
            </a:r>
            <a:r>
              <a:rPr lang="en-US" sz="2800" b="1" spc="-55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object</a:t>
            </a:r>
            <a:r>
              <a:rPr lang="en-US" sz="2800" b="1" spc="-45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is</a:t>
            </a:r>
            <a:r>
              <a:rPr lang="en-US" sz="2800" b="1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and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an </a:t>
            </a:r>
            <a:r>
              <a:rPr lang="en-US" sz="2800" spc="-10" dirty="0">
                <a:latin typeface="Calibri"/>
                <a:cs typeface="Calibri"/>
              </a:rPr>
              <a:t>interface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specifies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what</a:t>
            </a:r>
            <a:r>
              <a:rPr lang="en-US" sz="2800" b="1" spc="-80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the</a:t>
            </a:r>
            <a:r>
              <a:rPr lang="en-US" sz="2800" b="1" spc="-70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object</a:t>
            </a:r>
            <a:r>
              <a:rPr lang="en-US" sz="2800" b="1" spc="-60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can</a:t>
            </a:r>
            <a:r>
              <a:rPr lang="en-US" sz="2800" b="1" spc="-80" dirty="0">
                <a:latin typeface="Calibri"/>
                <a:cs typeface="Calibri"/>
              </a:rPr>
              <a:t> </a:t>
            </a:r>
            <a:r>
              <a:rPr lang="en-US" sz="2800" b="1" spc="-25" dirty="0">
                <a:latin typeface="Calibri"/>
                <a:cs typeface="Calibri"/>
              </a:rPr>
              <a:t>do</a:t>
            </a:r>
            <a:endParaRPr lang="en-US"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9687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00BBF-8135-2C4B-E032-DBBD23897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37B5976-AC6C-A1F7-5499-37F6DDC6D7AF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Simple Interface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74E5E4-2915-D2F9-D297-C0B2F9CBF1BE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DDBE38AD-4A66-2D03-6CD0-C545C26DD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1F051FA7-E0B4-55B5-D39A-4AE67EBE8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2" name="object 3">
            <a:extLst>
              <a:ext uri="{FF2B5EF4-FFF2-40B4-BE49-F238E27FC236}">
                <a16:creationId xmlns:a16="http://schemas.microsoft.com/office/drawing/2014/main" id="{A0369822-99DA-16F9-7433-25ED079CAC3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1242" y="1214160"/>
            <a:ext cx="6048756" cy="5219700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B737E9DA-9AD5-6D2E-F090-B2618186CFE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66630" y="1470991"/>
            <a:ext cx="5014128" cy="434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33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D0AE1-A6FC-8F8A-E90A-ED5F9FCFE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951A5DA-328B-BF54-8758-D67B94770A62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Applying Interface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B34BA3-4D6A-EFBE-65BC-96943B626330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D4D95DE8-CAA6-9C86-5D8C-26DE7A2EE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2A061D70-53B5-8F60-6B98-0FF3443DE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CD261E9A-A6CD-C0FD-60CC-0C50E2EC71E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62650" y="1225062"/>
            <a:ext cx="5705856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08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A0D1D-F3B7-4F4C-8A4F-F72B8F37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D8550A2-B6BB-0D04-B397-542C81AF28B0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Nested or Member Interfaces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EE8117-B240-237D-BE17-BB0CE49C1B0C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81C2C4AF-C8F2-214B-338D-DBFCAC3A8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A86A7107-A515-0AA8-60D1-B9FF0651B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2" name="object 3">
            <a:extLst>
              <a:ext uri="{FF2B5EF4-FFF2-40B4-BE49-F238E27FC236}">
                <a16:creationId xmlns:a16="http://schemas.microsoft.com/office/drawing/2014/main" id="{EB9CC214-E925-0722-D10E-851B007CB1B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99844" y="1606296"/>
            <a:ext cx="6248400" cy="410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68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C009F-3336-E42F-6F89-219140F2F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B3A907-1F25-1D99-0B86-0FBBEF45D907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Variable in Interfaces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EBB934-78BA-375A-6E06-4AEB3059088F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64275B65-8337-083F-DAA9-EED24020B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F204B941-08D6-2490-EDE7-4C0A3DAF7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063964E0-CA09-AA63-CBAF-886F239B291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22438" y="1327789"/>
            <a:ext cx="4698492" cy="494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543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669C5-5D51-96E1-2E22-4C480B452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79A34F9-CCDA-0E29-0216-407634DFDB88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Extending Interfaces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CE529B-E602-312F-D949-FF40034F1B43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C0D1CA27-885F-A5B0-A0F8-5D6BEBEC6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EA0EF5E2-1918-F2E2-BF4A-6B6D673A2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2" name="object 3">
            <a:extLst>
              <a:ext uri="{FF2B5EF4-FFF2-40B4-BE49-F238E27FC236}">
                <a16:creationId xmlns:a16="http://schemas.microsoft.com/office/drawing/2014/main" id="{B96CFFDC-4286-2A98-E010-E8C99DF0618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69007" y="1397508"/>
            <a:ext cx="5570220" cy="495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78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ED8DB-9A41-E409-5702-D0CE8375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D38147C-E137-1482-793C-BCEB2994D39E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Default Interface methods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E2EAA0-083C-03F5-641D-D8F860B923DB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1B421E0F-FC7E-703F-4D26-006C35CEE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91A641A1-5AA4-04EA-33FE-1472CEC30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B04356-BD48-5823-EADF-E16569332898}"/>
              </a:ext>
            </a:extLst>
          </p:cNvPr>
          <p:cNvSpPr txBox="1"/>
          <p:nvPr/>
        </p:nvSpPr>
        <p:spPr>
          <a:xfrm>
            <a:off x="1468975" y="1470991"/>
            <a:ext cx="8629618" cy="307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720725" indent="-343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dirty="0">
                <a:latin typeface="Montserrat" panose="02000505000000020004" pitchFamily="2" charset="0"/>
                <a:cs typeface="Calibri"/>
              </a:rPr>
              <a:t>Prior</a:t>
            </a:r>
            <a:r>
              <a:rPr lang="en-US" sz="2000" spc="-60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to</a:t>
            </a:r>
            <a:r>
              <a:rPr lang="en-US" sz="2000" spc="-60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Java</a:t>
            </a:r>
            <a:r>
              <a:rPr lang="en-US" sz="2000" spc="-6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8,</a:t>
            </a:r>
            <a:r>
              <a:rPr lang="en-US" sz="2000" spc="-4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an</a:t>
            </a:r>
            <a:r>
              <a:rPr lang="en-US" sz="2000" spc="-6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interface</a:t>
            </a:r>
            <a:r>
              <a:rPr lang="en-US" sz="2000" spc="-50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could</a:t>
            </a:r>
            <a:r>
              <a:rPr lang="en-US" sz="2000" spc="-4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not</a:t>
            </a:r>
            <a:r>
              <a:rPr lang="en-US" sz="2000" spc="-5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define</a:t>
            </a:r>
            <a:r>
              <a:rPr lang="en-US" sz="2000" spc="-50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spc="-25" dirty="0">
                <a:latin typeface="Montserrat" panose="02000505000000020004" pitchFamily="2" charset="0"/>
                <a:cs typeface="Calibri"/>
              </a:rPr>
              <a:t>any </a:t>
            </a:r>
            <a:r>
              <a:rPr lang="en-US" sz="2000" spc="-10" dirty="0">
                <a:latin typeface="Montserrat" panose="02000505000000020004" pitchFamily="2" charset="0"/>
                <a:cs typeface="Calibri"/>
              </a:rPr>
              <a:t>implementation</a:t>
            </a:r>
            <a:r>
              <a:rPr lang="en-US" sz="2000" spc="-12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spc="-10" dirty="0">
                <a:latin typeface="Montserrat" panose="02000505000000020004" pitchFamily="2" charset="0"/>
                <a:cs typeface="Calibri"/>
              </a:rPr>
              <a:t>whatsoever</a:t>
            </a:r>
            <a:endParaRPr lang="en-US" sz="2000" dirty="0">
              <a:latin typeface="Montserrat" panose="02000505000000020004" pitchFamily="2" charset="0"/>
              <a:cs typeface="Calibri"/>
            </a:endParaRPr>
          </a:p>
          <a:p>
            <a:pPr marL="355600" marR="5080" indent="-343535">
              <a:lnSpc>
                <a:spcPct val="109000"/>
              </a:lnSpc>
              <a:spcBef>
                <a:spcPts val="37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dirty="0">
                <a:latin typeface="Montserrat" panose="02000505000000020004" pitchFamily="2" charset="0"/>
                <a:cs typeface="Calibri"/>
              </a:rPr>
              <a:t>The</a:t>
            </a:r>
            <a:r>
              <a:rPr lang="en-US" sz="2000" spc="-5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release</a:t>
            </a:r>
            <a:r>
              <a:rPr lang="en-US" sz="2000" spc="-5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of</a:t>
            </a:r>
            <a:r>
              <a:rPr lang="en-US" sz="2000" spc="-5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Java</a:t>
            </a:r>
            <a:r>
              <a:rPr lang="en-US" sz="2000" spc="-70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8</a:t>
            </a:r>
            <a:r>
              <a:rPr lang="en-US" sz="2000" spc="-4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has</a:t>
            </a:r>
            <a:r>
              <a:rPr lang="en-US" sz="2000" spc="-4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changed</a:t>
            </a:r>
            <a:r>
              <a:rPr lang="en-US" sz="2000" spc="-3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this</a:t>
            </a:r>
            <a:r>
              <a:rPr lang="en-US" sz="2000" spc="-3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by</a:t>
            </a:r>
            <a:r>
              <a:rPr lang="en-US" sz="2000" spc="-50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adding</a:t>
            </a:r>
            <a:r>
              <a:rPr lang="en-US" sz="2000" spc="-3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spc="-50" dirty="0">
                <a:latin typeface="Montserrat" panose="02000505000000020004" pitchFamily="2" charset="0"/>
                <a:cs typeface="Calibri"/>
              </a:rPr>
              <a:t>a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new</a:t>
            </a:r>
            <a:r>
              <a:rPr lang="en-US" sz="2000" spc="-6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capability</a:t>
            </a:r>
            <a:r>
              <a:rPr lang="en-US" sz="2000" spc="-4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to</a:t>
            </a:r>
            <a:r>
              <a:rPr lang="en-US" sz="2000" spc="-60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interface</a:t>
            </a:r>
            <a:r>
              <a:rPr lang="en-US" sz="2000" spc="-5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called</a:t>
            </a:r>
            <a:r>
              <a:rPr lang="en-US" sz="2000" spc="-60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the</a:t>
            </a:r>
            <a:r>
              <a:rPr lang="en-US" sz="2000" spc="-4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i="1" dirty="0">
                <a:latin typeface="Montserrat" panose="02000505000000020004" pitchFamily="2" charset="0"/>
                <a:cs typeface="Calibri"/>
              </a:rPr>
              <a:t>default</a:t>
            </a:r>
            <a:r>
              <a:rPr lang="en-US" sz="2000" i="1" spc="-5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i="1" spc="-10" dirty="0">
                <a:latin typeface="Montserrat" panose="02000505000000020004" pitchFamily="2" charset="0"/>
                <a:cs typeface="Calibri"/>
              </a:rPr>
              <a:t>method </a:t>
            </a:r>
            <a:r>
              <a:rPr lang="en-US" sz="2000" dirty="0">
                <a:latin typeface="Montserrat" panose="02000505000000020004" pitchFamily="2" charset="0"/>
                <a:cs typeface="Arial MT"/>
              </a:rPr>
              <a:t>–</a:t>
            </a:r>
            <a:r>
              <a:rPr lang="en-US" sz="2000" spc="175" dirty="0">
                <a:latin typeface="Montserrat" panose="02000505000000020004" pitchFamily="2" charset="0"/>
                <a:cs typeface="Arial MT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A</a:t>
            </a:r>
            <a:r>
              <a:rPr lang="en-US" sz="2000" spc="-5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default</a:t>
            </a:r>
            <a:r>
              <a:rPr lang="en-US" sz="2000" spc="-40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method</a:t>
            </a:r>
            <a:r>
              <a:rPr lang="en-US" sz="2000" spc="-60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lets</a:t>
            </a:r>
            <a:r>
              <a:rPr lang="en-US" sz="2000" spc="-6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you</a:t>
            </a:r>
            <a:r>
              <a:rPr lang="en-US" sz="2000" spc="-5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define</a:t>
            </a:r>
            <a:r>
              <a:rPr lang="en-US" sz="2000" spc="-30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a</a:t>
            </a:r>
            <a:r>
              <a:rPr lang="en-US" sz="2000" spc="-60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default</a:t>
            </a:r>
            <a:r>
              <a:rPr lang="en-US" sz="2000" spc="-3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spc="-10" dirty="0">
                <a:latin typeface="Montserrat" panose="02000505000000020004" pitchFamily="2" charset="0"/>
                <a:cs typeface="Calibri"/>
              </a:rPr>
              <a:t>implementation</a:t>
            </a:r>
            <a:endParaRPr lang="en-US" sz="2000" dirty="0">
              <a:latin typeface="Montserrat" panose="02000505000000020004" pitchFamily="2" charset="0"/>
              <a:cs typeface="Calibri"/>
            </a:endParaRPr>
          </a:p>
          <a:p>
            <a:pPr marL="756285" algn="just">
              <a:lnSpc>
                <a:spcPct val="100000"/>
              </a:lnSpc>
            </a:pPr>
            <a:r>
              <a:rPr lang="en-US" sz="2000" dirty="0">
                <a:latin typeface="Montserrat" panose="02000505000000020004" pitchFamily="2" charset="0"/>
                <a:cs typeface="Calibri"/>
              </a:rPr>
              <a:t>for</a:t>
            </a:r>
            <a:r>
              <a:rPr lang="en-US" sz="2000" spc="-6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an</a:t>
            </a:r>
            <a:r>
              <a:rPr lang="en-US" sz="2000" spc="-6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spc="-10" dirty="0">
                <a:latin typeface="Montserrat" panose="02000505000000020004" pitchFamily="2" charset="0"/>
                <a:cs typeface="Calibri"/>
              </a:rPr>
              <a:t>interface</a:t>
            </a:r>
            <a:r>
              <a:rPr lang="en-US" sz="2000" spc="-6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spc="-10" dirty="0">
                <a:latin typeface="Montserrat" panose="02000505000000020004" pitchFamily="2" charset="0"/>
                <a:cs typeface="Calibri"/>
              </a:rPr>
              <a:t>method</a:t>
            </a:r>
            <a:endParaRPr lang="en-US" sz="2000" dirty="0">
              <a:latin typeface="Montserrat" panose="02000505000000020004" pitchFamily="2" charset="0"/>
              <a:cs typeface="Calibri"/>
            </a:endParaRPr>
          </a:p>
          <a:p>
            <a:pPr marL="756285" marR="361950" indent="-287020" algn="just">
              <a:lnSpc>
                <a:spcPct val="100000"/>
              </a:lnSpc>
              <a:spcBef>
                <a:spcPts val="575"/>
              </a:spcBef>
            </a:pPr>
            <a:r>
              <a:rPr lang="en-US" sz="2000" dirty="0">
                <a:latin typeface="Montserrat" panose="02000505000000020004" pitchFamily="2" charset="0"/>
                <a:cs typeface="Arial MT"/>
              </a:rPr>
              <a:t>–</a:t>
            </a:r>
            <a:r>
              <a:rPr lang="en-US" sz="2000" spc="180" dirty="0">
                <a:latin typeface="Montserrat" panose="02000505000000020004" pitchFamily="2" charset="0"/>
                <a:cs typeface="Arial MT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Its</a:t>
            </a:r>
            <a:r>
              <a:rPr lang="en-US" sz="2000" spc="-4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primary</a:t>
            </a:r>
            <a:r>
              <a:rPr lang="en-US" sz="2000" spc="-6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motivation</a:t>
            </a:r>
            <a:r>
              <a:rPr lang="en-US" sz="2000" spc="-60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was</a:t>
            </a:r>
            <a:r>
              <a:rPr lang="en-US" sz="2000" spc="-5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to</a:t>
            </a:r>
            <a:r>
              <a:rPr lang="en-US" sz="2000" spc="-4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provide</a:t>
            </a:r>
            <a:r>
              <a:rPr lang="en-US" sz="2000" spc="-3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a</a:t>
            </a:r>
            <a:r>
              <a:rPr lang="en-US" sz="2000" spc="-5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means</a:t>
            </a:r>
            <a:r>
              <a:rPr lang="en-US" sz="2000" spc="-40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by</a:t>
            </a:r>
            <a:r>
              <a:rPr lang="en-US" sz="2000" spc="-50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spc="-10" dirty="0">
                <a:latin typeface="Montserrat" panose="02000505000000020004" pitchFamily="2" charset="0"/>
                <a:cs typeface="Calibri"/>
              </a:rPr>
              <a:t>which interfaces</a:t>
            </a:r>
            <a:r>
              <a:rPr lang="en-US" sz="2000" spc="-7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could</a:t>
            </a:r>
            <a:r>
              <a:rPr lang="en-US" sz="2000" spc="-60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be</a:t>
            </a:r>
            <a:r>
              <a:rPr lang="en-US" sz="2000" spc="-50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spc="-10" dirty="0">
                <a:latin typeface="Montserrat" panose="02000505000000020004" pitchFamily="2" charset="0"/>
                <a:cs typeface="Calibri"/>
              </a:rPr>
              <a:t>expanded</a:t>
            </a:r>
            <a:r>
              <a:rPr lang="en-US" sz="2000" spc="-60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without</a:t>
            </a:r>
            <a:r>
              <a:rPr lang="en-US" sz="2000" spc="-70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dirty="0">
                <a:latin typeface="Montserrat" panose="02000505000000020004" pitchFamily="2" charset="0"/>
                <a:cs typeface="Calibri"/>
              </a:rPr>
              <a:t>breaking</a:t>
            </a:r>
            <a:r>
              <a:rPr lang="en-US" sz="2000" spc="-55" dirty="0">
                <a:latin typeface="Montserrat" panose="02000505000000020004" pitchFamily="2" charset="0"/>
                <a:cs typeface="Calibri"/>
              </a:rPr>
              <a:t> </a:t>
            </a:r>
            <a:r>
              <a:rPr lang="en-US" sz="2000" spc="-10" dirty="0">
                <a:latin typeface="Montserrat" panose="02000505000000020004" pitchFamily="2" charset="0"/>
                <a:cs typeface="Calibri"/>
              </a:rPr>
              <a:t>existing </a:t>
            </a:r>
            <a:r>
              <a:rPr lang="en-US" sz="2000" spc="-20" dirty="0">
                <a:latin typeface="Montserrat" panose="02000505000000020004" pitchFamily="2" charset="0"/>
                <a:cs typeface="Calibri"/>
              </a:rPr>
              <a:t>code</a:t>
            </a:r>
            <a:endParaRPr lang="en-US" sz="2000" dirty="0">
              <a:latin typeface="Montserrat" panose="02000505000000020004" pitchFamily="2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5293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C75B4-860C-71A8-540D-A970DF3AD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EAA8541-3FF7-37A1-2AD5-453499ACDC13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Default Interface methods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DFF0EB-5FF9-46D1-6F7D-6FFFEADAB16C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47E83EDF-5711-9D1F-0FE3-A825A39C1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AC796E8A-53C5-F73A-24B9-FFFC1C99F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2" name="object 3">
            <a:extLst>
              <a:ext uri="{FF2B5EF4-FFF2-40B4-BE49-F238E27FC236}">
                <a16:creationId xmlns:a16="http://schemas.microsoft.com/office/drawing/2014/main" id="{877CDB0F-0F36-C66B-0E10-064FB1E247F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8800" y="1386839"/>
            <a:ext cx="5943600" cy="478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29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C413C-CD65-28F9-7195-4144E3E0F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7A6B0DC-EF75-C726-E2C5-5CC7CB0B6144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Default Interface methods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1D2CAC-9EB7-516E-1E7D-60369FD069D3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0E948061-735D-A226-585E-47D964ED6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6102F44C-C8E9-4954-83CB-644D07125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2" name="object 3">
            <a:extLst>
              <a:ext uri="{FF2B5EF4-FFF2-40B4-BE49-F238E27FC236}">
                <a16:creationId xmlns:a16="http://schemas.microsoft.com/office/drawing/2014/main" id="{FCBA4F0A-2D93-22CF-C139-9E619277CD0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8800" y="1386839"/>
            <a:ext cx="5943600" cy="478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923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1A9E9-FE92-88C7-D29D-34E91B57E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28F0161-F880-EFA1-8A91-B06847399978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Static Methods in Interface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861558-DD8D-FE36-F409-A989CB5A8C50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300962E6-E29B-1DE2-6489-2D23DFE51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209A9F4F-DEF8-C117-E5B5-C26E5D2B6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4DA9B55D-B5AD-CD0B-7B55-37C1FF4C899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3069" y="1348990"/>
            <a:ext cx="8437266" cy="494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525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EFF77-339B-58C3-7666-EB874BA57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8E6B720-8C04-61FD-81A3-B4210DF4E15F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Private Methods in Interface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9F9F9C-0991-AB61-EFBA-F8B06C26CDFB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3E445117-52C1-6E40-75F8-5F6185E0D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DBFC06D1-C642-49C0-AFC6-B835E5E26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2" name="object 3">
            <a:extLst>
              <a:ext uri="{FF2B5EF4-FFF2-40B4-BE49-F238E27FC236}">
                <a16:creationId xmlns:a16="http://schemas.microsoft.com/office/drawing/2014/main" id="{6B9E64D2-4C22-0475-362D-C3A7D57BCCC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6552" y="1333549"/>
            <a:ext cx="774192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898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84231-E2A5-1076-A04D-FB600E145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70D5964-6B05-2FE9-6F4B-E0EE89E56302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Private Methods in Interface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38C2E-0768-71CE-94B7-28F885C197B6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AE7EC00-62EE-D25E-13CA-19E5FD4BC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BF34334B-196F-B8EC-4FE6-1018672BF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2" name="object 3">
            <a:extLst>
              <a:ext uri="{FF2B5EF4-FFF2-40B4-BE49-F238E27FC236}">
                <a16:creationId xmlns:a16="http://schemas.microsoft.com/office/drawing/2014/main" id="{09A99484-5A45-0EF3-E3C9-877F704B26B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6552" y="1333549"/>
            <a:ext cx="774192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5893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805ED-5B11-2E75-6F4A-CE7A78CB8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BF3968-A132-C043-DADC-A27AF19AF6F7}"/>
              </a:ext>
            </a:extLst>
          </p:cNvPr>
          <p:cNvSpPr txBox="1"/>
          <p:nvPr/>
        </p:nvSpPr>
        <p:spPr>
          <a:xfrm>
            <a:off x="2125980" y="1508760"/>
            <a:ext cx="8766810" cy="416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0D6D17-4899-3FEE-7DC2-9DFB3B023232}"/>
              </a:ext>
            </a:extLst>
          </p:cNvPr>
          <p:cNvSpPr txBox="1"/>
          <p:nvPr/>
        </p:nvSpPr>
        <p:spPr>
          <a:xfrm>
            <a:off x="255270" y="1882737"/>
            <a:ext cx="11681459" cy="20005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4000" b="1" dirty="0">
                <a:solidFill>
                  <a:schemeClr val="accent4">
                    <a:lumMod val="50000"/>
                  </a:schemeClr>
                </a:solidFill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Exception Handling</a:t>
            </a:r>
          </a:p>
          <a:p>
            <a:pPr algn="ctr"/>
            <a:br>
              <a:rPr lang="en-GB" sz="4000" b="1" dirty="0">
                <a:latin typeface="Cambria"/>
              </a:rPr>
            </a:br>
            <a:endParaRPr lang="en-GB" sz="4400" b="1" dirty="0">
              <a:solidFill>
                <a:schemeClr val="accent4">
                  <a:lumMod val="50000"/>
                </a:schemeClr>
              </a:solidFill>
              <a:latin typeface="Times New Roman"/>
              <a:ea typeface="Cambria"/>
              <a:cs typeface="Times New Roman"/>
            </a:endParaRPr>
          </a:p>
        </p:txBody>
      </p:sp>
      <p:pic>
        <p:nvPicPr>
          <p:cNvPr id="10" name="Picture 9" descr="A close-up of a logo&#10;&#10;Description automatically generated">
            <a:extLst>
              <a:ext uri="{FF2B5EF4-FFF2-40B4-BE49-F238E27FC236}">
                <a16:creationId xmlns:a16="http://schemas.microsoft.com/office/drawing/2014/main" id="{7894EA4F-DF29-4791-2113-FE0F79D8F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265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538B0-948B-43B1-7863-C19CD3E33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0BC9F5B-E276-E8A8-5D98-036CFD9454B6}"/>
              </a:ext>
            </a:extLst>
          </p:cNvPr>
          <p:cNvSpPr txBox="1">
            <a:spLocks/>
          </p:cNvSpPr>
          <p:nvPr/>
        </p:nvSpPr>
        <p:spPr>
          <a:xfrm>
            <a:off x="-150725" y="459935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Exception Handling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AF5C4-3782-1CFA-F605-F3C49FE823A5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6574BEF8-8CB7-8C1A-45DB-10103E338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E8959207-A45E-B528-5A42-805CC7AEC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89EF8A-2B2A-55DB-69BA-5AD5782C2B91}"/>
              </a:ext>
            </a:extLst>
          </p:cNvPr>
          <p:cNvSpPr txBox="1"/>
          <p:nvPr/>
        </p:nvSpPr>
        <p:spPr>
          <a:xfrm>
            <a:off x="2283487" y="1703870"/>
            <a:ext cx="706147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Handles runtime errors in a structured way.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Prevents abrupt program termination.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Provides error information to the user.</a:t>
            </a:r>
          </a:p>
        </p:txBody>
      </p:sp>
    </p:spTree>
    <p:extLst>
      <p:ext uri="{BB962C8B-B14F-4D97-AF65-F5344CB8AC3E}">
        <p14:creationId xmlns:p14="http://schemas.microsoft.com/office/powerpoint/2010/main" val="4162091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01B33-701F-8C4F-226F-00FF9C697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37C5DFD-F208-B7FC-83B0-FF766C76B30A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Types of Exception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B940F0-C9DC-FF25-EAA0-2E0C9647487A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59D24DE-5E41-2695-DA4D-CC52AB0D5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72840087-DFC3-6A3E-7227-31C672702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0884A2-72C8-3F69-6690-E4604B46E809}"/>
              </a:ext>
            </a:extLst>
          </p:cNvPr>
          <p:cNvSpPr txBox="1"/>
          <p:nvPr/>
        </p:nvSpPr>
        <p:spPr>
          <a:xfrm>
            <a:off x="2273439" y="1824335"/>
            <a:ext cx="706147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Checked Exceptions: checked at compile time (e.g., IOException).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Unchecked Exceptions: occur at runtime (e.g., </a:t>
            </a:r>
            <a:r>
              <a:rPr lang="en-US" sz="2800" dirty="0" err="1"/>
              <a:t>ArithmeticException</a:t>
            </a:r>
            <a:r>
              <a:rPr lang="en-US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823211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10757-11E0-0DCB-8500-E40355C59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DB50740-3D65-B27F-49D0-7A6E083D3E8F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Exception Handling keywords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55CD5E-B3DE-2DFB-A07C-ACB3B5EEB379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3C9EF29D-E5D9-1057-6D13-1805C5AE5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38ABAC3D-BD0B-71FD-61D0-EA447DC12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7CA98B-5D67-9E3D-FDF9-CA975231E21B}"/>
              </a:ext>
            </a:extLst>
          </p:cNvPr>
          <p:cNvSpPr txBox="1"/>
          <p:nvPr/>
        </p:nvSpPr>
        <p:spPr>
          <a:xfrm>
            <a:off x="1871505" y="1683658"/>
            <a:ext cx="706147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try: defines risky code block.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catch: handles the exception.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throw: manually throws an exception.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throws: declares possible exceptions in method.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finally: always executes, used for cleanup.</a:t>
            </a:r>
          </a:p>
        </p:txBody>
      </p:sp>
    </p:spTree>
    <p:extLst>
      <p:ext uri="{BB962C8B-B14F-4D97-AF65-F5344CB8AC3E}">
        <p14:creationId xmlns:p14="http://schemas.microsoft.com/office/powerpoint/2010/main" val="37506296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02D0B-5C89-9B11-67EA-8D4AA11AD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B84FAE8-3C05-4F05-D7CB-1269C8E095FD}"/>
              </a:ext>
            </a:extLst>
          </p:cNvPr>
          <p:cNvSpPr txBox="1">
            <a:spLocks/>
          </p:cNvSpPr>
          <p:nvPr/>
        </p:nvSpPr>
        <p:spPr>
          <a:xfrm>
            <a:off x="1871505" y="449213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Exception Classes Hierarchy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F861FA-182F-1B71-3DED-880638AC771F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2ABAC803-182A-4636-E2E6-86FA945D8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2787126B-BB5E-3FBC-FFC5-DADC6359D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2" name="object 3">
            <a:extLst>
              <a:ext uri="{FF2B5EF4-FFF2-40B4-BE49-F238E27FC236}">
                <a16:creationId xmlns:a16="http://schemas.microsoft.com/office/drawing/2014/main" id="{821EAAB6-62AA-047C-5811-2875C3C5574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2960" y="1470991"/>
            <a:ext cx="7974908" cy="463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374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D6B63-22F3-CE39-E0F3-9E789F89A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55F0DF4-42FD-914B-3416-7C92557CB262}"/>
              </a:ext>
            </a:extLst>
          </p:cNvPr>
          <p:cNvSpPr txBox="1">
            <a:spLocks/>
          </p:cNvSpPr>
          <p:nvPr/>
        </p:nvSpPr>
        <p:spPr>
          <a:xfrm>
            <a:off x="-1125416" y="389596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Example code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0B7F4B-B74A-429F-9315-42B7858A0144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CF1899D-B16F-CF27-5699-76F539A1E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960585EA-74D3-0397-87E6-C9EFDABEB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A95BE7-D38C-5760-0B49-92D723876713}"/>
              </a:ext>
            </a:extLst>
          </p:cNvPr>
          <p:cNvSpPr txBox="1"/>
          <p:nvPr/>
        </p:nvSpPr>
        <p:spPr>
          <a:xfrm>
            <a:off x="1871505" y="1683658"/>
            <a:ext cx="706147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try { int a = 10 / 0; }</a:t>
            </a:r>
          </a:p>
          <a:p>
            <a:r>
              <a:rPr lang="en-IN" sz="2800" dirty="0"/>
              <a:t>catch (</a:t>
            </a:r>
            <a:r>
              <a:rPr lang="en-IN" sz="2800" dirty="0" err="1"/>
              <a:t>ArithmeticException</a:t>
            </a:r>
            <a:r>
              <a:rPr lang="en-IN" sz="2800" dirty="0"/>
              <a:t> e) { </a:t>
            </a:r>
            <a:r>
              <a:rPr lang="en-IN" sz="2800" dirty="0" err="1"/>
              <a:t>System.out.println</a:t>
            </a:r>
            <a:r>
              <a:rPr lang="en-IN" sz="2800" dirty="0"/>
              <a:t>('Cannot divide by zero'); }</a:t>
            </a:r>
          </a:p>
          <a:p>
            <a:r>
              <a:rPr lang="en-IN" sz="2800" dirty="0"/>
              <a:t>finally { </a:t>
            </a:r>
            <a:r>
              <a:rPr lang="en-IN" sz="2800" dirty="0" err="1"/>
              <a:t>System.out.println</a:t>
            </a:r>
            <a:r>
              <a:rPr lang="en-IN" sz="2800" dirty="0"/>
              <a:t>('End of program'); }</a:t>
            </a:r>
          </a:p>
        </p:txBody>
      </p:sp>
    </p:spTree>
    <p:extLst>
      <p:ext uri="{BB962C8B-B14F-4D97-AF65-F5344CB8AC3E}">
        <p14:creationId xmlns:p14="http://schemas.microsoft.com/office/powerpoint/2010/main" val="3121842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A859C-2AE1-BCB1-AD21-D480067F2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96175DE-872B-8A08-B16B-0A83A937EAD8}"/>
              </a:ext>
            </a:extLst>
          </p:cNvPr>
          <p:cNvSpPr txBox="1">
            <a:spLocks/>
          </p:cNvSpPr>
          <p:nvPr/>
        </p:nvSpPr>
        <p:spPr>
          <a:xfrm>
            <a:off x="-1125416" y="389596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Uncaught Exception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CD7F63-A267-4337-4CFC-DE285C4F9BB5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F0313A78-8639-3C8A-B5DC-03BE45E76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51687A2A-5E76-5FEC-51DB-2BBC8CC0C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2" name="object 3">
            <a:extLst>
              <a:ext uri="{FF2B5EF4-FFF2-40B4-BE49-F238E27FC236}">
                <a16:creationId xmlns:a16="http://schemas.microsoft.com/office/drawing/2014/main" id="{7FB94D2F-0E0F-5424-F14C-C8148CDDCAD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0629" y="1790700"/>
            <a:ext cx="7993268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192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7B226-2D5A-976E-6575-CFDD4D709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001F828-CC8A-2A2B-8658-D8C94EA2F923}"/>
              </a:ext>
            </a:extLst>
          </p:cNvPr>
          <p:cNvSpPr txBox="1">
            <a:spLocks/>
          </p:cNvSpPr>
          <p:nvPr/>
        </p:nvSpPr>
        <p:spPr>
          <a:xfrm>
            <a:off x="-1125416" y="389596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Caught Exception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0F2C6F-327E-9320-4DB5-AF3136766974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07E0037-0428-66BC-2D47-6D12AE60C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AC87BBDE-34DA-6596-F2E8-BF75C690C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141C6553-E98B-61FC-C985-F31B2DD1997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0200" y="1435608"/>
            <a:ext cx="6411467" cy="450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3151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56D98-460F-A2C1-69DC-4AA1970CC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383EA01-29EB-6D04-6D84-675F50B950CE}"/>
              </a:ext>
            </a:extLst>
          </p:cNvPr>
          <p:cNvSpPr txBox="1">
            <a:spLocks/>
          </p:cNvSpPr>
          <p:nvPr/>
        </p:nvSpPr>
        <p:spPr>
          <a:xfrm>
            <a:off x="-1125416" y="389596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Caught Exception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F238E7-A25B-0849-B0BD-45AC0758166F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1A8DB2F5-DFB9-9E28-413B-761BED7DD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FD04C85B-4638-4ABD-85BD-15BDF5AB6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A5A0E5DE-644B-AD0B-6949-02591DA5579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0200" y="1435608"/>
            <a:ext cx="6411467" cy="450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226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E06A8-1AB2-B6DE-C4C4-8EFE26AB2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E057871-C1BA-6181-1BE2-10CC5F7ADD31}"/>
              </a:ext>
            </a:extLst>
          </p:cNvPr>
          <p:cNvSpPr txBox="1">
            <a:spLocks/>
          </p:cNvSpPr>
          <p:nvPr/>
        </p:nvSpPr>
        <p:spPr>
          <a:xfrm>
            <a:off x="-1125416" y="389596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finally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057980-B7C3-390A-6AF7-63168F7F0921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68839866-370F-57CC-F546-11BC419C0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1AE157DF-658B-9D48-404A-F0F585652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2" name="object 3">
            <a:extLst>
              <a:ext uri="{FF2B5EF4-FFF2-40B4-BE49-F238E27FC236}">
                <a16:creationId xmlns:a16="http://schemas.microsoft.com/office/drawing/2014/main" id="{565FEBAB-38C4-10E1-4401-3A765434FE8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3788" y="1447800"/>
            <a:ext cx="5618988" cy="433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7810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A0666-19EB-6806-47AB-7DA6A452F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ABC7165-E576-CA60-8293-CD4E3A2E71BB}"/>
              </a:ext>
            </a:extLst>
          </p:cNvPr>
          <p:cNvSpPr txBox="1">
            <a:spLocks/>
          </p:cNvSpPr>
          <p:nvPr/>
        </p:nvSpPr>
        <p:spPr>
          <a:xfrm>
            <a:off x="-1125416" y="389596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finally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B5A89B-8A04-D765-0682-BAC4B4D58B48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1ED136B-7D0C-E775-65D3-C0756A142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31342C62-30A2-F101-8117-B0DE6B6D2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2" name="object 3">
            <a:extLst>
              <a:ext uri="{FF2B5EF4-FFF2-40B4-BE49-F238E27FC236}">
                <a16:creationId xmlns:a16="http://schemas.microsoft.com/office/drawing/2014/main" id="{E66C6FB4-9B99-EC99-B8C0-1F0885EE3B5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3788" y="1447800"/>
            <a:ext cx="5618988" cy="433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2267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6186D-5C8A-9F9C-CF76-EAE89008D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2DC238D-C25C-15A9-1289-7A559EA6F54F}"/>
              </a:ext>
            </a:extLst>
          </p:cNvPr>
          <p:cNvSpPr txBox="1">
            <a:spLocks/>
          </p:cNvSpPr>
          <p:nvPr/>
        </p:nvSpPr>
        <p:spPr>
          <a:xfrm>
            <a:off x="-1125416" y="389596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throw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BD4F3B-4B55-E359-21CC-D2FFBAEF4CED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F666D3DA-B2CE-CB39-07B5-BC0BDD893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0976C148-BF4F-C91E-B070-BE4932AAA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DA8A5868-F6A7-0379-345E-97004FA1FD9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1808" y="1408175"/>
            <a:ext cx="6382793" cy="430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215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B247D-D074-4783-B2CA-5CF82670C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8BB8177-8554-BA71-B7BA-671FAB007D3A}"/>
              </a:ext>
            </a:extLst>
          </p:cNvPr>
          <p:cNvSpPr txBox="1">
            <a:spLocks/>
          </p:cNvSpPr>
          <p:nvPr/>
        </p:nvSpPr>
        <p:spPr>
          <a:xfrm>
            <a:off x="-1125416" y="389596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throws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16DB2B-73EC-FE13-C40B-BE5B77D682CF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0A069666-2B77-96B4-ACF7-512D930F8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88B01756-7061-2633-897A-889111064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2" name="object 3">
            <a:extLst>
              <a:ext uri="{FF2B5EF4-FFF2-40B4-BE49-F238E27FC236}">
                <a16:creationId xmlns:a16="http://schemas.microsoft.com/office/drawing/2014/main" id="{0B10232F-F86F-879D-81ED-F577F89A8A2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1808" y="1665732"/>
            <a:ext cx="6521195" cy="379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3417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89163-1F3F-CBDA-6013-58FD9764C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009E369-2B72-532E-80F5-2D8D322D540B}"/>
              </a:ext>
            </a:extLst>
          </p:cNvPr>
          <p:cNvSpPr txBox="1">
            <a:spLocks/>
          </p:cNvSpPr>
          <p:nvPr/>
        </p:nvSpPr>
        <p:spPr>
          <a:xfrm>
            <a:off x="-1125416" y="389596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throws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7ABB01-A81A-2E1B-9B66-60158E91E00A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E4950225-2601-B176-1D26-C4C0CC717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483DEB04-FB6C-CD08-B9FB-4972DB2D6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2" name="object 3">
            <a:extLst>
              <a:ext uri="{FF2B5EF4-FFF2-40B4-BE49-F238E27FC236}">
                <a16:creationId xmlns:a16="http://schemas.microsoft.com/office/drawing/2014/main" id="{5245659F-ECCB-ECB5-C0E8-3D614A74880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1808" y="1665732"/>
            <a:ext cx="6521195" cy="379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1597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9CFB2-5DF4-F9A7-59F5-C83454815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1E8EDE3-C516-6A7D-8265-AF4A967CBF89}"/>
              </a:ext>
            </a:extLst>
          </p:cNvPr>
          <p:cNvSpPr txBox="1">
            <a:spLocks/>
          </p:cNvSpPr>
          <p:nvPr/>
        </p:nvSpPr>
        <p:spPr>
          <a:xfrm>
            <a:off x="-1125416" y="389596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Multiple Catch Clauses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A375C-A484-3EDA-B4B6-668B37CF10D2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43BB1B5C-7A7F-022C-5733-4AEBEC039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FF721619-BFF8-7DE4-B193-5BBF128DC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9EBF62A1-518C-CDB9-B6F2-1ACF2B28FD2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4644" y="1395415"/>
            <a:ext cx="4703839" cy="4507992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DE70556F-DFF6-C44F-C137-729DAB96DDCC}"/>
              </a:ext>
            </a:extLst>
          </p:cNvPr>
          <p:cNvSpPr txBox="1"/>
          <p:nvPr/>
        </p:nvSpPr>
        <p:spPr>
          <a:xfrm>
            <a:off x="4670634" y="2220486"/>
            <a:ext cx="55276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catch(ArithmeticException</a:t>
            </a:r>
            <a:r>
              <a:rPr sz="20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|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 NullPointerException</a:t>
            </a:r>
            <a:r>
              <a:rPr sz="20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006FC0"/>
                </a:solidFill>
                <a:latin typeface="Calibri"/>
                <a:cs typeface="Calibri"/>
              </a:rPr>
              <a:t>e)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39606576-A1AC-E493-21B0-2ED5C2ED2577}"/>
              </a:ext>
            </a:extLst>
          </p:cNvPr>
          <p:cNvSpPr txBox="1"/>
          <p:nvPr/>
        </p:nvSpPr>
        <p:spPr>
          <a:xfrm>
            <a:off x="4670634" y="3877962"/>
            <a:ext cx="50552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catch(ArithmeticException</a:t>
            </a:r>
            <a:r>
              <a:rPr sz="20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|</a:t>
            </a:r>
            <a:r>
              <a:rPr sz="20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Exception</a:t>
            </a:r>
            <a:r>
              <a:rPr sz="20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e)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Error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8073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BB216-330F-D0C7-7625-6E389A8AA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75CD291-8930-382D-7499-4173F23FE5B2}"/>
              </a:ext>
            </a:extLst>
          </p:cNvPr>
          <p:cNvSpPr txBox="1">
            <a:spLocks/>
          </p:cNvSpPr>
          <p:nvPr/>
        </p:nvSpPr>
        <p:spPr>
          <a:xfrm>
            <a:off x="-1125416" y="389596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Custom Exceptions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A48511-FB53-5D17-A3E5-F2AC17BDB154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2CDF1B46-2171-457F-759F-3C75977B1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AF5746BD-D22D-1278-4BDC-ADE27141F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32501975-D70B-0625-1EAD-EEAF3BBF179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6400" y="1438655"/>
            <a:ext cx="6152388" cy="491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5682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1203F-B8E4-4073-634B-37CA059ED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4AF307B-40F1-8B97-6AD3-1BCDF6FEE2D2}"/>
              </a:ext>
            </a:extLst>
          </p:cNvPr>
          <p:cNvSpPr txBox="1">
            <a:spLocks/>
          </p:cNvSpPr>
          <p:nvPr/>
        </p:nvSpPr>
        <p:spPr>
          <a:xfrm>
            <a:off x="0" y="314939"/>
            <a:ext cx="9243886" cy="544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Montserrat" panose="00000500000000000000" pitchFamily="2" charset="0"/>
              </a:rPr>
              <a:t>Summary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B437E7-F8D6-6E3D-DA63-6B8A583F6005}"/>
              </a:ext>
            </a:extLst>
          </p:cNvPr>
          <p:cNvSpPr txBox="1"/>
          <p:nvPr/>
        </p:nvSpPr>
        <p:spPr>
          <a:xfrm>
            <a:off x="8030817" y="1470991"/>
            <a:ext cx="2948114" cy="92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0CCEC353-2C81-83C3-188B-7AB6D7518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6B4F310D-B1D3-F975-646A-879148E60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7" y="0"/>
            <a:ext cx="2968103" cy="9897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E69965-FF6A-2E23-F214-58FAA98846E7}"/>
              </a:ext>
            </a:extLst>
          </p:cNvPr>
          <p:cNvSpPr txBox="1"/>
          <p:nvPr/>
        </p:nvSpPr>
        <p:spPr>
          <a:xfrm>
            <a:off x="1376624" y="1382208"/>
            <a:ext cx="871192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dirty="0"/>
              <a:t>Packages group related classes and interfaces.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Interfaces allow abstraction and multiple inheritance.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Exception handling makes programs robust.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Keywords: try, catch, throw, throws, finally.</a:t>
            </a:r>
          </a:p>
        </p:txBody>
      </p:sp>
    </p:spTree>
    <p:extLst>
      <p:ext uri="{BB962C8B-B14F-4D97-AF65-F5344CB8AC3E}">
        <p14:creationId xmlns:p14="http://schemas.microsoft.com/office/powerpoint/2010/main" val="3556798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9CB36B28353D42B451F409436788A2" ma:contentTypeVersion="38" ma:contentTypeDescription="Create a new document." ma:contentTypeScope="" ma:versionID="4a233fe203d0806717fd5570a7c288ad">
  <xsd:schema xmlns:xsd="http://www.w3.org/2001/XMLSchema" xmlns:xs="http://www.w3.org/2001/XMLSchema" xmlns:p="http://schemas.microsoft.com/office/2006/metadata/properties" xmlns:ns3="bda84120-1e2b-40e3-a05e-fcaa89e472d4" xmlns:ns4="82239205-5752-4085-a9fc-64dfdcf3b829" targetNamespace="http://schemas.microsoft.com/office/2006/metadata/properties" ma:root="true" ma:fieldsID="c7ca44a0adf72a94c5ba8385f6692daf" ns3:_="" ns4:_="">
    <xsd:import namespace="bda84120-1e2b-40e3-a05e-fcaa89e472d4"/>
    <xsd:import namespace="82239205-5752-4085-a9fc-64dfdcf3b82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NotebookType" minOccurs="0"/>
                <xsd:element ref="ns4:FolderType" minOccurs="0"/>
                <xsd:element ref="ns4:CultureName" minOccurs="0"/>
                <xsd:element ref="ns4:AppVersion" minOccurs="0"/>
                <xsd:element ref="ns4:TeamsChannelId" minOccurs="0"/>
                <xsd:element ref="ns4:Owner" minOccurs="0"/>
                <xsd:element ref="ns4:Math_Settings" minOccurs="0"/>
                <xsd:element ref="ns4:DefaultSectionNames" minOccurs="0"/>
                <xsd:element ref="ns4:Templates" minOccurs="0"/>
                <xsd:element ref="ns4:Leaders" minOccurs="0"/>
                <xsd:element ref="ns4:Members" minOccurs="0"/>
                <xsd:element ref="ns4:Member_Groups" minOccurs="0"/>
                <xsd:element ref="ns4:Distribution_Groups" minOccurs="0"/>
                <xsd:element ref="ns4:LMS_Mappings" minOccurs="0"/>
                <xsd:element ref="ns4:Invited_Leaders" minOccurs="0"/>
                <xsd:element ref="ns4:Invited_Members" minOccurs="0"/>
                <xsd:element ref="ns4:Self_Registration_Enabled" minOccurs="0"/>
                <xsd:element ref="ns4:Has_Leaders_Only_SectionGroup" minOccurs="0"/>
                <xsd:element ref="ns4:Is_Collaboration_Space_Locked" minOccurs="0"/>
                <xsd:element ref="ns4:IsNotebookLocked" minOccurs="0"/>
                <xsd:element ref="ns4:MediaLengthInSeconds" minOccurs="0"/>
                <xsd:element ref="ns4:MediaServiceLocation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a84120-1e2b-40e3-a05e-fcaa89e472d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239205-5752-4085-a9fc-64dfdcf3b8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29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0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1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34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35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37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MediaLengthInSeconds" ma:index="40" nillable="true" ma:displayName="Length (seconds)" ma:internalName="MediaLengthInSeconds" ma:readOnly="true">
      <xsd:simpleType>
        <xsd:restriction base="dms:Unknown"/>
      </xsd:simpleType>
    </xsd:element>
    <xsd:element name="MediaServiceLocation" ma:index="41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42" nillable="true" ma:displayName="_activity" ma:hidden="true" ma:internalName="_activity">
      <xsd:simpleType>
        <xsd:restriction base="dms:Note"/>
      </xsd:simpleType>
    </xsd:element>
    <xsd:element name="MediaServiceObjectDetectorVersions" ma:index="4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4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4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82239205-5752-4085-a9fc-64dfdcf3b829" xsi:nil="true"/>
    <Leaders xmlns="82239205-5752-4085-a9fc-64dfdcf3b829">
      <UserInfo>
        <DisplayName/>
        <AccountId xsi:nil="true"/>
        <AccountType/>
      </UserInfo>
    </Leaders>
    <Member_Groups xmlns="82239205-5752-4085-a9fc-64dfdcf3b829">
      <UserInfo>
        <DisplayName/>
        <AccountId xsi:nil="true"/>
        <AccountType/>
      </UserInfo>
    </Member_Groups>
    <Owner xmlns="82239205-5752-4085-a9fc-64dfdcf3b829">
      <UserInfo>
        <DisplayName/>
        <AccountId xsi:nil="true"/>
        <AccountType/>
      </UserInfo>
    </Owner>
    <Members xmlns="82239205-5752-4085-a9fc-64dfdcf3b829">
      <UserInfo>
        <DisplayName/>
        <AccountId xsi:nil="true"/>
        <AccountType/>
      </UserInfo>
    </Members>
    <_activity xmlns="82239205-5752-4085-a9fc-64dfdcf3b829" xsi:nil="true"/>
    <FolderType xmlns="82239205-5752-4085-a9fc-64dfdcf3b829" xsi:nil="true"/>
    <CultureName xmlns="82239205-5752-4085-a9fc-64dfdcf3b829" xsi:nil="true"/>
    <Distribution_Groups xmlns="82239205-5752-4085-a9fc-64dfdcf3b829" xsi:nil="true"/>
    <AppVersion xmlns="82239205-5752-4085-a9fc-64dfdcf3b829" xsi:nil="true"/>
    <Math_Settings xmlns="82239205-5752-4085-a9fc-64dfdcf3b829" xsi:nil="true"/>
    <Templates xmlns="82239205-5752-4085-a9fc-64dfdcf3b829" xsi:nil="true"/>
    <Has_Leaders_Only_SectionGroup xmlns="82239205-5752-4085-a9fc-64dfdcf3b829" xsi:nil="true"/>
    <DefaultSectionNames xmlns="82239205-5752-4085-a9fc-64dfdcf3b829" xsi:nil="true"/>
    <Invited_Members xmlns="82239205-5752-4085-a9fc-64dfdcf3b829" xsi:nil="true"/>
    <TeamsChannelId xmlns="82239205-5752-4085-a9fc-64dfdcf3b829" xsi:nil="true"/>
    <Invited_Leaders xmlns="82239205-5752-4085-a9fc-64dfdcf3b829" xsi:nil="true"/>
    <IsNotebookLocked xmlns="82239205-5752-4085-a9fc-64dfdcf3b829" xsi:nil="true"/>
    <Self_Registration_Enabled xmlns="82239205-5752-4085-a9fc-64dfdcf3b829" xsi:nil="true"/>
    <Is_Collaboration_Space_Locked xmlns="82239205-5752-4085-a9fc-64dfdcf3b829" xsi:nil="true"/>
    <LMS_Mappings xmlns="82239205-5752-4085-a9fc-64dfdcf3b829" xsi:nil="true"/>
  </documentManagement>
</p:properties>
</file>

<file path=customXml/itemProps1.xml><?xml version="1.0" encoding="utf-8"?>
<ds:datastoreItem xmlns:ds="http://schemas.openxmlformats.org/officeDocument/2006/customXml" ds:itemID="{92343220-E9D1-4DBF-B67D-F49CBCE387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316A83-4DD7-43C4-814F-FACE9BDC9876}">
  <ds:schemaRefs>
    <ds:schemaRef ds:uri="82239205-5752-4085-a9fc-64dfdcf3b829"/>
    <ds:schemaRef ds:uri="bda84120-1e2b-40e3-a05e-fcaa89e472d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A9EEE31-C09A-4121-8A9B-787E8D95BF2C}">
  <ds:schemaRefs>
    <ds:schemaRef ds:uri="82239205-5752-4085-a9fc-64dfdcf3b829"/>
    <ds:schemaRef ds:uri="bda84120-1e2b-40e3-a05e-fcaa89e472d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1651</Words>
  <Application>Microsoft Office PowerPoint</Application>
  <PresentationFormat>Widescreen</PresentationFormat>
  <Paragraphs>235</Paragraphs>
  <Slides>43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Aptos</vt:lpstr>
      <vt:lpstr>Aptos Display</vt:lpstr>
      <vt:lpstr>Arial</vt:lpstr>
      <vt:lpstr>Arial MT</vt:lpstr>
      <vt:lpstr>Calibri</vt:lpstr>
      <vt:lpstr>Cambria</vt:lpstr>
      <vt:lpstr>Montserrat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JEBA N</dc:creator>
  <cp:lastModifiedBy>Bhuvana Meenakshi Koteeswaran</cp:lastModifiedBy>
  <cp:revision>1</cp:revision>
  <dcterms:created xsi:type="dcterms:W3CDTF">2025-04-30T04:25:22Z</dcterms:created>
  <dcterms:modified xsi:type="dcterms:W3CDTF">2026-01-24T04:25:26Z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0x010100A49CB36B28353D42B451F409436788A2</vt:lpwstr>
  </property>
</Properties>
</file>